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44"/>
    <p:restoredTop sz="94110"/>
  </p:normalViewPr>
  <p:slideViewPr>
    <p:cSldViewPr snapToGrid="0">
      <p:cViewPr varScale="1">
        <p:scale>
          <a:sx n="115" d="100"/>
          <a:sy n="115" d="100"/>
        </p:scale>
        <p:origin x="2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215070-95AD-E046-B635-485C3AB1168F}" type="doc">
      <dgm:prSet loTypeId="urn:microsoft.com/office/officeart/2005/8/layout/process4" loCatId="" qsTypeId="urn:microsoft.com/office/officeart/2005/8/quickstyle/simple1#1" qsCatId="simple" csTypeId="urn:microsoft.com/office/officeart/2005/8/colors/accent0_1#1" csCatId="mainScheme" phldr="1"/>
      <dgm:spPr/>
    </dgm:pt>
    <dgm:pt modelId="{B446C157-7E71-A341-AE84-E3072807250C}">
      <dgm:prSet phldrT="[テキスト]" custT="1"/>
      <dgm:spPr/>
      <dgm:t>
        <a:bodyPr/>
        <a:lstStyle/>
        <a:p>
          <a:r>
            <a:rPr kumimoji="1" lang="ja-JP" altLang="en-US" sz="32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財政支出の</a:t>
          </a:r>
          <a:r>
            <a:rPr kumimoji="1" lang="ja-JP" altLang="en-US" sz="3200" b="1" i="0">
              <a:latin typeface="Hiragino Sans W8" panose="020B0400000000000000" pitchFamily="34" charset="-128"/>
              <a:ea typeface="Hiragino Sans W8" panose="020B0400000000000000" pitchFamily="34" charset="-128"/>
            </a:rPr>
            <a:t>拡大</a:t>
          </a:r>
        </a:p>
      </dgm:t>
    </dgm:pt>
    <dgm:pt modelId="{5F216E02-05DA-794F-83A9-3B87A8FC1D61}" type="parTrans" cxnId="{21DA7000-69AB-FC4B-990D-DEED42B09D40}">
      <dgm:prSet/>
      <dgm:spPr/>
      <dgm:t>
        <a:bodyPr/>
        <a:lstStyle/>
        <a:p>
          <a:endParaRPr kumimoji="1" lang="ja-JP" altLang="en-US"/>
        </a:p>
      </dgm:t>
    </dgm:pt>
    <dgm:pt modelId="{8A007857-5F71-3A41-8293-5ECE691A3105}" type="sibTrans" cxnId="{21DA7000-69AB-FC4B-990D-DEED42B09D40}">
      <dgm:prSet phldrT="1" phldr="0"/>
      <dgm:spPr/>
    </dgm:pt>
    <dgm:pt modelId="{F5B0360A-9C81-7A40-A3FF-88D789178DBA}">
      <dgm:prSet phldrT="[テキスト]" custT="1"/>
      <dgm:spPr/>
      <dgm:t>
        <a:bodyPr/>
        <a:lstStyle/>
        <a:p>
          <a:r>
            <a:rPr kumimoji="1" lang="ja-JP" altLang="en-US" sz="3200" b="1" i="0">
              <a:latin typeface="Hiragino Sans W8" panose="020B0400000000000000" pitchFamily="34" charset="-128"/>
              <a:ea typeface="Hiragino Sans W8" panose="020B0400000000000000" pitchFamily="34" charset="-128"/>
            </a:rPr>
            <a:t>インフレ</a:t>
          </a:r>
        </a:p>
      </dgm:t>
    </dgm:pt>
    <dgm:pt modelId="{C1B0866D-8DFA-5D40-970F-ACC5EA503832}" type="parTrans" cxnId="{F6F10C65-1906-9F48-A6B7-762938A63195}">
      <dgm:prSet/>
      <dgm:spPr/>
      <dgm:t>
        <a:bodyPr/>
        <a:lstStyle/>
        <a:p>
          <a:endParaRPr kumimoji="1" lang="ja-JP" altLang="en-US"/>
        </a:p>
      </dgm:t>
    </dgm:pt>
    <dgm:pt modelId="{C88BBB61-AB74-CD49-B294-24FC1E352E0D}" type="sibTrans" cxnId="{F6F10C65-1906-9F48-A6B7-762938A63195}">
      <dgm:prSet phldrT="2" phldr="0"/>
      <dgm:spPr/>
    </dgm:pt>
    <dgm:pt modelId="{A0D4E924-2981-6447-AD39-7FC63D9A7F9C}">
      <dgm:prSet phldrT="[テキスト]" custT="1"/>
      <dgm:spPr/>
      <dgm:t>
        <a:bodyPr/>
        <a:lstStyle/>
        <a:p>
          <a:r>
            <a:rPr kumimoji="1" lang="ja-JP" altLang="en-US" sz="3200" b="1" i="0">
              <a:latin typeface="Hiragino Sans W8" panose="020B0400000000000000" pitchFamily="34" charset="-128"/>
              <a:ea typeface="Hiragino Sans W8" panose="020B0400000000000000" pitchFamily="34" charset="-128"/>
            </a:rPr>
            <a:t>金融引き締め</a:t>
          </a:r>
        </a:p>
      </dgm:t>
    </dgm:pt>
    <dgm:pt modelId="{69FF6B60-864F-2747-BE22-D6DABDA9C227}" type="parTrans" cxnId="{C0424B1A-D9D7-1445-ACA5-EA3B8F2B3734}">
      <dgm:prSet/>
      <dgm:spPr/>
      <dgm:t>
        <a:bodyPr/>
        <a:lstStyle/>
        <a:p>
          <a:endParaRPr kumimoji="1" lang="ja-JP" altLang="en-US"/>
        </a:p>
      </dgm:t>
    </dgm:pt>
    <dgm:pt modelId="{12BB6BF3-FA6E-D24D-A35C-A6BBD8D701BE}" type="sibTrans" cxnId="{C0424B1A-D9D7-1445-ACA5-EA3B8F2B3734}">
      <dgm:prSet phldrT="3" phldr="0"/>
      <dgm:spPr/>
    </dgm:pt>
    <dgm:pt modelId="{B37D487D-8097-374A-8F74-B6ED6D941218}">
      <dgm:prSet phldrT="[テキスト]" custT="1"/>
      <dgm:spPr/>
      <dgm:t>
        <a:bodyPr/>
        <a:lstStyle/>
        <a:p>
          <a:r>
            <a:rPr kumimoji="1" lang="ja-JP" altLang="en-US" sz="3200" b="1" i="0">
              <a:latin typeface="Hiragino Sans W8" panose="020B0400000000000000" pitchFamily="34" charset="-128"/>
              <a:ea typeface="Hiragino Sans W8" panose="020B0400000000000000" pitchFamily="34" charset="-128"/>
            </a:rPr>
            <a:t>通貨増価</a:t>
          </a:r>
        </a:p>
      </dgm:t>
    </dgm:pt>
    <dgm:pt modelId="{E1501BDB-5084-B745-991D-0564F634D875}" type="parTrans" cxnId="{7C7BF463-42E2-134B-9EB5-BB08943DCEAA}">
      <dgm:prSet/>
      <dgm:spPr/>
      <dgm:t>
        <a:bodyPr/>
        <a:lstStyle/>
        <a:p>
          <a:endParaRPr kumimoji="1" lang="ja-JP" altLang="en-US"/>
        </a:p>
      </dgm:t>
    </dgm:pt>
    <dgm:pt modelId="{952DE767-E093-944C-89C3-96C3372E4A7E}" type="sibTrans" cxnId="{7C7BF463-42E2-134B-9EB5-BB08943DCEAA}">
      <dgm:prSet phldrT="4" phldr="0"/>
      <dgm:spPr/>
    </dgm:pt>
    <dgm:pt modelId="{608B8FC6-44E1-C94E-8336-88AF52159D33}">
      <dgm:prSet phldrT="[テキスト]" custT="1"/>
      <dgm:spPr/>
      <dgm:t>
        <a:bodyPr/>
        <a:lstStyle/>
        <a:p>
          <a:r>
            <a:rPr kumimoji="1" lang="ja-JP" altLang="en-US" sz="3200" b="1" i="0">
              <a:latin typeface="Hiragino Sans W8" panose="020B0400000000000000" pitchFamily="34" charset="-128"/>
              <a:ea typeface="Hiragino Sans W8" panose="020B0400000000000000" pitchFamily="34" charset="-128"/>
            </a:rPr>
            <a:t>輸出阻害</a:t>
          </a:r>
          <a:endParaRPr kumimoji="1" lang="ja-JP" altLang="en-US" sz="2000" b="1" i="0">
            <a:latin typeface="Hiragino Sans W8" panose="020B0400000000000000" pitchFamily="34" charset="-128"/>
            <a:ea typeface="Hiragino Sans W8" panose="020B0400000000000000" pitchFamily="34" charset="-128"/>
          </a:endParaRPr>
        </a:p>
      </dgm:t>
    </dgm:pt>
    <dgm:pt modelId="{6C5F1CEB-93ED-7044-9C30-85CACAF61EA5}" type="parTrans" cxnId="{D7DFC02F-FA97-1847-A929-3695287FB650}">
      <dgm:prSet/>
      <dgm:spPr/>
      <dgm:t>
        <a:bodyPr/>
        <a:lstStyle/>
        <a:p>
          <a:endParaRPr kumimoji="1" lang="ja-JP" altLang="en-US"/>
        </a:p>
      </dgm:t>
    </dgm:pt>
    <dgm:pt modelId="{A29ACE09-CC4E-5B49-8B21-8B55A6283F4C}" type="sibTrans" cxnId="{D7DFC02F-FA97-1847-A929-3695287FB650}">
      <dgm:prSet phldrT="5" phldr="0"/>
      <dgm:spPr/>
    </dgm:pt>
    <dgm:pt modelId="{FEDAD011-8EE1-FC45-A571-901D91F4CD73}">
      <dgm:prSet phldrT="[テキスト]" custT="1"/>
      <dgm:spPr/>
      <dgm:t>
        <a:bodyPr/>
        <a:lstStyle/>
        <a:p>
          <a:r>
            <a:rPr kumimoji="1" lang="ja-JP" altLang="en-US" sz="3200" b="1" i="0">
              <a:latin typeface="Hiragino Sans W8" panose="020B0400000000000000" pitchFamily="34" charset="-128"/>
              <a:ea typeface="Hiragino Sans W8" panose="020B0400000000000000" pitchFamily="34" charset="-128"/>
            </a:rPr>
            <a:t>経済成長阻害</a:t>
          </a:r>
        </a:p>
      </dgm:t>
    </dgm:pt>
    <dgm:pt modelId="{53D2ECF0-1857-CC49-9E0C-7D9DAC4AA7C0}" type="parTrans" cxnId="{39418908-E92C-F749-87E6-8B5C45A80144}">
      <dgm:prSet/>
      <dgm:spPr/>
      <dgm:t>
        <a:bodyPr/>
        <a:lstStyle/>
        <a:p>
          <a:endParaRPr kumimoji="1" lang="ja-JP" altLang="en-US"/>
        </a:p>
      </dgm:t>
    </dgm:pt>
    <dgm:pt modelId="{220F8D90-EE9C-8046-85F3-3B73D5484691}" type="sibTrans" cxnId="{39418908-E92C-F749-87E6-8B5C45A80144}">
      <dgm:prSet/>
      <dgm:spPr/>
      <dgm:t>
        <a:bodyPr/>
        <a:lstStyle/>
        <a:p>
          <a:endParaRPr kumimoji="1" lang="ja-JP" altLang="en-US"/>
        </a:p>
      </dgm:t>
    </dgm:pt>
    <dgm:pt modelId="{9AF84F5C-9FBF-1347-A3F0-1AAB8D6B7E6E}" type="pres">
      <dgm:prSet presAssocID="{E6215070-95AD-E046-B635-485C3AB1168F}" presName="Name0" presStyleCnt="0">
        <dgm:presLayoutVars>
          <dgm:dir/>
          <dgm:animLvl val="lvl"/>
          <dgm:resizeHandles val="exact"/>
        </dgm:presLayoutVars>
      </dgm:prSet>
      <dgm:spPr/>
    </dgm:pt>
    <dgm:pt modelId="{012367D6-7DC4-9644-AB3B-B4386524A05E}" type="pres">
      <dgm:prSet presAssocID="{FEDAD011-8EE1-FC45-A571-901D91F4CD73}" presName="boxAndChildren" presStyleCnt="0"/>
      <dgm:spPr/>
    </dgm:pt>
    <dgm:pt modelId="{84A64D2F-A115-D844-BDA7-4425F5129A0C}" type="pres">
      <dgm:prSet presAssocID="{FEDAD011-8EE1-FC45-A571-901D91F4CD73}" presName="parentTextBox" presStyleLbl="node1" presStyleIdx="0" presStyleCnt="6"/>
      <dgm:spPr/>
    </dgm:pt>
    <dgm:pt modelId="{DC35C99E-30CE-244C-92B7-AE1CFCBD92AA}" type="pres">
      <dgm:prSet presAssocID="{A29ACE09-CC4E-5B49-8B21-8B55A6283F4C}" presName="sp" presStyleCnt="0"/>
      <dgm:spPr/>
    </dgm:pt>
    <dgm:pt modelId="{37ED7664-A217-EC44-8335-0637AF09792E}" type="pres">
      <dgm:prSet presAssocID="{608B8FC6-44E1-C94E-8336-88AF52159D33}" presName="arrowAndChildren" presStyleCnt="0"/>
      <dgm:spPr/>
    </dgm:pt>
    <dgm:pt modelId="{7C08FC82-A0B2-8546-9BEE-D11B023CC0E0}" type="pres">
      <dgm:prSet presAssocID="{608B8FC6-44E1-C94E-8336-88AF52159D33}" presName="parentTextArrow" presStyleLbl="node1" presStyleIdx="1" presStyleCnt="6"/>
      <dgm:spPr/>
    </dgm:pt>
    <dgm:pt modelId="{DB8B9CDC-C90B-B14A-B550-5A3BA182F7FF}" type="pres">
      <dgm:prSet presAssocID="{952DE767-E093-944C-89C3-96C3372E4A7E}" presName="sp" presStyleCnt="0"/>
      <dgm:spPr/>
    </dgm:pt>
    <dgm:pt modelId="{AF6D1F64-9B7F-F94A-87EB-95B86D5D400A}" type="pres">
      <dgm:prSet presAssocID="{B37D487D-8097-374A-8F74-B6ED6D941218}" presName="arrowAndChildren" presStyleCnt="0"/>
      <dgm:spPr/>
    </dgm:pt>
    <dgm:pt modelId="{ED576AFA-79E4-BA45-A4C2-D3808209888F}" type="pres">
      <dgm:prSet presAssocID="{B37D487D-8097-374A-8F74-B6ED6D941218}" presName="parentTextArrow" presStyleLbl="node1" presStyleIdx="2" presStyleCnt="6"/>
      <dgm:spPr/>
    </dgm:pt>
    <dgm:pt modelId="{6E90C472-88B4-4C4C-863B-0F37091D83E4}" type="pres">
      <dgm:prSet presAssocID="{12BB6BF3-FA6E-D24D-A35C-A6BBD8D701BE}" presName="sp" presStyleCnt="0"/>
      <dgm:spPr/>
    </dgm:pt>
    <dgm:pt modelId="{7CE98043-0CA9-814C-B187-C76FD1E6666E}" type="pres">
      <dgm:prSet presAssocID="{A0D4E924-2981-6447-AD39-7FC63D9A7F9C}" presName="arrowAndChildren" presStyleCnt="0"/>
      <dgm:spPr/>
    </dgm:pt>
    <dgm:pt modelId="{61A896E1-956C-764A-80FA-356EE9AC5E59}" type="pres">
      <dgm:prSet presAssocID="{A0D4E924-2981-6447-AD39-7FC63D9A7F9C}" presName="parentTextArrow" presStyleLbl="node1" presStyleIdx="3" presStyleCnt="6"/>
      <dgm:spPr/>
    </dgm:pt>
    <dgm:pt modelId="{C540290A-A5DE-6B44-B234-DF81AD15D0B6}" type="pres">
      <dgm:prSet presAssocID="{C88BBB61-AB74-CD49-B294-24FC1E352E0D}" presName="sp" presStyleCnt="0"/>
      <dgm:spPr/>
    </dgm:pt>
    <dgm:pt modelId="{128A6F93-9B6A-DC4F-AFE7-0B84010DC784}" type="pres">
      <dgm:prSet presAssocID="{F5B0360A-9C81-7A40-A3FF-88D789178DBA}" presName="arrowAndChildren" presStyleCnt="0"/>
      <dgm:spPr/>
    </dgm:pt>
    <dgm:pt modelId="{AAA1BBA0-2B9E-8244-A74D-6F23DD7EF9B1}" type="pres">
      <dgm:prSet presAssocID="{F5B0360A-9C81-7A40-A3FF-88D789178DBA}" presName="parentTextArrow" presStyleLbl="node1" presStyleIdx="4" presStyleCnt="6"/>
      <dgm:spPr/>
    </dgm:pt>
    <dgm:pt modelId="{262EB433-C931-2145-82CF-82609B0D405D}" type="pres">
      <dgm:prSet presAssocID="{8A007857-5F71-3A41-8293-5ECE691A3105}" presName="sp" presStyleCnt="0"/>
      <dgm:spPr/>
    </dgm:pt>
    <dgm:pt modelId="{8DEFD305-6867-8744-A984-1CB4A871BCC6}" type="pres">
      <dgm:prSet presAssocID="{B446C157-7E71-A341-AE84-E3072807250C}" presName="arrowAndChildren" presStyleCnt="0"/>
      <dgm:spPr/>
    </dgm:pt>
    <dgm:pt modelId="{6A9EE9A2-B242-924B-A517-EBFEDAE9CA00}" type="pres">
      <dgm:prSet presAssocID="{B446C157-7E71-A341-AE84-E3072807250C}" presName="parentTextArrow" presStyleLbl="node1" presStyleIdx="5" presStyleCnt="6"/>
      <dgm:spPr/>
    </dgm:pt>
  </dgm:ptLst>
  <dgm:cxnLst>
    <dgm:cxn modelId="{21DA7000-69AB-FC4B-990D-DEED42B09D40}" srcId="{E6215070-95AD-E046-B635-485C3AB1168F}" destId="{B446C157-7E71-A341-AE84-E3072807250C}" srcOrd="0" destOrd="0" parTransId="{5F216E02-05DA-794F-83A9-3B87A8FC1D61}" sibTransId="{8A007857-5F71-3A41-8293-5ECE691A3105}"/>
    <dgm:cxn modelId="{39418908-E92C-F749-87E6-8B5C45A80144}" srcId="{E6215070-95AD-E046-B635-485C3AB1168F}" destId="{FEDAD011-8EE1-FC45-A571-901D91F4CD73}" srcOrd="5" destOrd="0" parTransId="{53D2ECF0-1857-CC49-9E0C-7D9DAC4AA7C0}" sibTransId="{220F8D90-EE9C-8046-85F3-3B73D5484691}"/>
    <dgm:cxn modelId="{C0424B1A-D9D7-1445-ACA5-EA3B8F2B3734}" srcId="{E6215070-95AD-E046-B635-485C3AB1168F}" destId="{A0D4E924-2981-6447-AD39-7FC63D9A7F9C}" srcOrd="2" destOrd="0" parTransId="{69FF6B60-864F-2747-BE22-D6DABDA9C227}" sibTransId="{12BB6BF3-FA6E-D24D-A35C-A6BBD8D701BE}"/>
    <dgm:cxn modelId="{D7DFC02F-FA97-1847-A929-3695287FB650}" srcId="{E6215070-95AD-E046-B635-485C3AB1168F}" destId="{608B8FC6-44E1-C94E-8336-88AF52159D33}" srcOrd="4" destOrd="0" parTransId="{6C5F1CEB-93ED-7044-9C30-85CACAF61EA5}" sibTransId="{A29ACE09-CC4E-5B49-8B21-8B55A6283F4C}"/>
    <dgm:cxn modelId="{3678FB4C-E917-F74E-8505-DE24B20D5901}" type="presOf" srcId="{F5B0360A-9C81-7A40-A3FF-88D789178DBA}" destId="{AAA1BBA0-2B9E-8244-A74D-6F23DD7EF9B1}" srcOrd="0" destOrd="0" presId="urn:microsoft.com/office/officeart/2005/8/layout/process4"/>
    <dgm:cxn modelId="{DE8A7D5F-B13F-8A49-9E42-D08A11D1C697}" type="presOf" srcId="{A0D4E924-2981-6447-AD39-7FC63D9A7F9C}" destId="{61A896E1-956C-764A-80FA-356EE9AC5E59}" srcOrd="0" destOrd="0" presId="urn:microsoft.com/office/officeart/2005/8/layout/process4"/>
    <dgm:cxn modelId="{7C7BF463-42E2-134B-9EB5-BB08943DCEAA}" srcId="{E6215070-95AD-E046-B635-485C3AB1168F}" destId="{B37D487D-8097-374A-8F74-B6ED6D941218}" srcOrd="3" destOrd="0" parTransId="{E1501BDB-5084-B745-991D-0564F634D875}" sibTransId="{952DE767-E093-944C-89C3-96C3372E4A7E}"/>
    <dgm:cxn modelId="{F6F10C65-1906-9F48-A6B7-762938A63195}" srcId="{E6215070-95AD-E046-B635-485C3AB1168F}" destId="{F5B0360A-9C81-7A40-A3FF-88D789178DBA}" srcOrd="1" destOrd="0" parTransId="{C1B0866D-8DFA-5D40-970F-ACC5EA503832}" sibTransId="{C88BBB61-AB74-CD49-B294-24FC1E352E0D}"/>
    <dgm:cxn modelId="{0B402991-FE29-6441-B970-A7C6C6CBD0EA}" type="presOf" srcId="{E6215070-95AD-E046-B635-485C3AB1168F}" destId="{9AF84F5C-9FBF-1347-A3F0-1AAB8D6B7E6E}" srcOrd="0" destOrd="0" presId="urn:microsoft.com/office/officeart/2005/8/layout/process4"/>
    <dgm:cxn modelId="{ED55E29F-337A-EB45-811B-29D853FDEE79}" type="presOf" srcId="{FEDAD011-8EE1-FC45-A571-901D91F4CD73}" destId="{84A64D2F-A115-D844-BDA7-4425F5129A0C}" srcOrd="0" destOrd="0" presId="urn:microsoft.com/office/officeart/2005/8/layout/process4"/>
    <dgm:cxn modelId="{AD6496A6-C0CB-6442-B66F-80F665BEBBCB}" type="presOf" srcId="{B37D487D-8097-374A-8F74-B6ED6D941218}" destId="{ED576AFA-79E4-BA45-A4C2-D3808209888F}" srcOrd="0" destOrd="0" presId="urn:microsoft.com/office/officeart/2005/8/layout/process4"/>
    <dgm:cxn modelId="{43F7E5A8-85D9-CC41-8E6B-544B96A6B128}" type="presOf" srcId="{608B8FC6-44E1-C94E-8336-88AF52159D33}" destId="{7C08FC82-A0B2-8546-9BEE-D11B023CC0E0}" srcOrd="0" destOrd="0" presId="urn:microsoft.com/office/officeart/2005/8/layout/process4"/>
    <dgm:cxn modelId="{2F9426F7-503E-514E-919D-A3146DB44CCF}" type="presOf" srcId="{B446C157-7E71-A341-AE84-E3072807250C}" destId="{6A9EE9A2-B242-924B-A517-EBFEDAE9CA00}" srcOrd="0" destOrd="0" presId="urn:microsoft.com/office/officeart/2005/8/layout/process4"/>
    <dgm:cxn modelId="{D8E6B6B6-6776-C848-9958-F4868BF96DF9}" type="presParOf" srcId="{9AF84F5C-9FBF-1347-A3F0-1AAB8D6B7E6E}" destId="{012367D6-7DC4-9644-AB3B-B4386524A05E}" srcOrd="0" destOrd="0" presId="urn:microsoft.com/office/officeart/2005/8/layout/process4"/>
    <dgm:cxn modelId="{4973CF63-04BC-3E43-906E-E96EFCEC5523}" type="presParOf" srcId="{012367D6-7DC4-9644-AB3B-B4386524A05E}" destId="{84A64D2F-A115-D844-BDA7-4425F5129A0C}" srcOrd="0" destOrd="0" presId="urn:microsoft.com/office/officeart/2005/8/layout/process4"/>
    <dgm:cxn modelId="{19A659EE-6D4A-D042-BC24-1B847DE8BB05}" type="presParOf" srcId="{9AF84F5C-9FBF-1347-A3F0-1AAB8D6B7E6E}" destId="{DC35C99E-30CE-244C-92B7-AE1CFCBD92AA}" srcOrd="1" destOrd="0" presId="urn:microsoft.com/office/officeart/2005/8/layout/process4"/>
    <dgm:cxn modelId="{4BBB0410-0D2C-EE41-95B5-101E64698598}" type="presParOf" srcId="{9AF84F5C-9FBF-1347-A3F0-1AAB8D6B7E6E}" destId="{37ED7664-A217-EC44-8335-0637AF09792E}" srcOrd="2" destOrd="0" presId="urn:microsoft.com/office/officeart/2005/8/layout/process4"/>
    <dgm:cxn modelId="{9525AF2D-29FE-1443-977E-387D34C49A2C}" type="presParOf" srcId="{37ED7664-A217-EC44-8335-0637AF09792E}" destId="{7C08FC82-A0B2-8546-9BEE-D11B023CC0E0}" srcOrd="0" destOrd="0" presId="urn:microsoft.com/office/officeart/2005/8/layout/process4"/>
    <dgm:cxn modelId="{21333A73-FC7C-BC4F-8D24-26AD27180209}" type="presParOf" srcId="{9AF84F5C-9FBF-1347-A3F0-1AAB8D6B7E6E}" destId="{DB8B9CDC-C90B-B14A-B550-5A3BA182F7FF}" srcOrd="3" destOrd="0" presId="urn:microsoft.com/office/officeart/2005/8/layout/process4"/>
    <dgm:cxn modelId="{EA55D97F-FBE7-0841-AE1B-393CD5D81329}" type="presParOf" srcId="{9AF84F5C-9FBF-1347-A3F0-1AAB8D6B7E6E}" destId="{AF6D1F64-9B7F-F94A-87EB-95B86D5D400A}" srcOrd="4" destOrd="0" presId="urn:microsoft.com/office/officeart/2005/8/layout/process4"/>
    <dgm:cxn modelId="{C85657FB-E85B-9A4B-9C69-0D5BFFF7E317}" type="presParOf" srcId="{AF6D1F64-9B7F-F94A-87EB-95B86D5D400A}" destId="{ED576AFA-79E4-BA45-A4C2-D3808209888F}" srcOrd="0" destOrd="0" presId="urn:microsoft.com/office/officeart/2005/8/layout/process4"/>
    <dgm:cxn modelId="{9E74B1FE-4E9E-DA4B-959D-55E4628EDE19}" type="presParOf" srcId="{9AF84F5C-9FBF-1347-A3F0-1AAB8D6B7E6E}" destId="{6E90C472-88B4-4C4C-863B-0F37091D83E4}" srcOrd="5" destOrd="0" presId="urn:microsoft.com/office/officeart/2005/8/layout/process4"/>
    <dgm:cxn modelId="{8BCFA3D5-3D0C-1B44-96DB-143CCE5F4097}" type="presParOf" srcId="{9AF84F5C-9FBF-1347-A3F0-1AAB8D6B7E6E}" destId="{7CE98043-0CA9-814C-B187-C76FD1E6666E}" srcOrd="6" destOrd="0" presId="urn:microsoft.com/office/officeart/2005/8/layout/process4"/>
    <dgm:cxn modelId="{96BEA868-516D-0749-85AD-1280BFE0E372}" type="presParOf" srcId="{7CE98043-0CA9-814C-B187-C76FD1E6666E}" destId="{61A896E1-956C-764A-80FA-356EE9AC5E59}" srcOrd="0" destOrd="0" presId="urn:microsoft.com/office/officeart/2005/8/layout/process4"/>
    <dgm:cxn modelId="{C11AD8AD-795C-E846-B55D-543A64F28CBF}" type="presParOf" srcId="{9AF84F5C-9FBF-1347-A3F0-1AAB8D6B7E6E}" destId="{C540290A-A5DE-6B44-B234-DF81AD15D0B6}" srcOrd="7" destOrd="0" presId="urn:microsoft.com/office/officeart/2005/8/layout/process4"/>
    <dgm:cxn modelId="{8CE55736-FA67-5B4A-9BB3-1D9878687DBB}" type="presParOf" srcId="{9AF84F5C-9FBF-1347-A3F0-1AAB8D6B7E6E}" destId="{128A6F93-9B6A-DC4F-AFE7-0B84010DC784}" srcOrd="8" destOrd="0" presId="urn:microsoft.com/office/officeart/2005/8/layout/process4"/>
    <dgm:cxn modelId="{50DE274B-9A84-6C48-8C9E-325A7F842AB1}" type="presParOf" srcId="{128A6F93-9B6A-DC4F-AFE7-0B84010DC784}" destId="{AAA1BBA0-2B9E-8244-A74D-6F23DD7EF9B1}" srcOrd="0" destOrd="0" presId="urn:microsoft.com/office/officeart/2005/8/layout/process4"/>
    <dgm:cxn modelId="{F7819665-E2DB-C748-8E23-A85A58A7E09B}" type="presParOf" srcId="{9AF84F5C-9FBF-1347-A3F0-1AAB8D6B7E6E}" destId="{262EB433-C931-2145-82CF-82609B0D405D}" srcOrd="9" destOrd="0" presId="urn:microsoft.com/office/officeart/2005/8/layout/process4"/>
    <dgm:cxn modelId="{0D088567-E29A-2642-9094-242C25858AF1}" type="presParOf" srcId="{9AF84F5C-9FBF-1347-A3F0-1AAB8D6B7E6E}" destId="{8DEFD305-6867-8744-A984-1CB4A871BCC6}" srcOrd="10" destOrd="0" presId="urn:microsoft.com/office/officeart/2005/8/layout/process4"/>
    <dgm:cxn modelId="{32EB8693-52A8-0747-B80A-D3473DB49EBB}" type="presParOf" srcId="{8DEFD305-6867-8744-A984-1CB4A871BCC6}" destId="{6A9EE9A2-B242-924B-A517-EBFEDAE9CA0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A64D2F-A115-D844-BDA7-4425F5129A0C}">
      <dsp:nvSpPr>
        <dsp:cNvPr id="0" name=""/>
        <dsp:cNvSpPr/>
      </dsp:nvSpPr>
      <dsp:spPr>
        <a:xfrm>
          <a:off x="0" y="4787718"/>
          <a:ext cx="8128000" cy="6283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i="0" kern="1200">
              <a:latin typeface="Hiragino Sans W8" panose="020B0400000000000000" pitchFamily="34" charset="-128"/>
              <a:ea typeface="Hiragino Sans W8" panose="020B0400000000000000" pitchFamily="34" charset="-128"/>
            </a:rPr>
            <a:t>経済成長阻害</a:t>
          </a:r>
        </a:p>
      </dsp:txBody>
      <dsp:txXfrm>
        <a:off x="0" y="4787718"/>
        <a:ext cx="8128000" cy="628385"/>
      </dsp:txXfrm>
    </dsp:sp>
    <dsp:sp modelId="{7C08FC82-A0B2-8546-9BEE-D11B023CC0E0}">
      <dsp:nvSpPr>
        <dsp:cNvPr id="0" name=""/>
        <dsp:cNvSpPr/>
      </dsp:nvSpPr>
      <dsp:spPr>
        <a:xfrm rot="10800000">
          <a:off x="0" y="3830687"/>
          <a:ext cx="8128000" cy="96645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i="0" kern="1200">
              <a:latin typeface="Hiragino Sans W8" panose="020B0400000000000000" pitchFamily="34" charset="-128"/>
              <a:ea typeface="Hiragino Sans W8" panose="020B0400000000000000" pitchFamily="34" charset="-128"/>
            </a:rPr>
            <a:t>輸出阻害</a:t>
          </a:r>
          <a:endParaRPr kumimoji="1" lang="ja-JP" altLang="en-US" sz="2000" b="1" i="0" kern="1200">
            <a:latin typeface="Hiragino Sans W8" panose="020B0400000000000000" pitchFamily="34" charset="-128"/>
            <a:ea typeface="Hiragino Sans W8" panose="020B0400000000000000" pitchFamily="34" charset="-128"/>
          </a:endParaRPr>
        </a:p>
      </dsp:txBody>
      <dsp:txXfrm rot="10800000">
        <a:off x="0" y="3830687"/>
        <a:ext cx="8128000" cy="627974"/>
      </dsp:txXfrm>
    </dsp:sp>
    <dsp:sp modelId="{ED576AFA-79E4-BA45-A4C2-D3808209888F}">
      <dsp:nvSpPr>
        <dsp:cNvPr id="0" name=""/>
        <dsp:cNvSpPr/>
      </dsp:nvSpPr>
      <dsp:spPr>
        <a:xfrm rot="10800000">
          <a:off x="0" y="2873656"/>
          <a:ext cx="8128000" cy="96645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i="0" kern="1200">
              <a:latin typeface="Hiragino Sans W8" panose="020B0400000000000000" pitchFamily="34" charset="-128"/>
              <a:ea typeface="Hiragino Sans W8" panose="020B0400000000000000" pitchFamily="34" charset="-128"/>
            </a:rPr>
            <a:t>通貨増価</a:t>
          </a:r>
        </a:p>
      </dsp:txBody>
      <dsp:txXfrm rot="10800000">
        <a:off x="0" y="2873656"/>
        <a:ext cx="8128000" cy="627974"/>
      </dsp:txXfrm>
    </dsp:sp>
    <dsp:sp modelId="{61A896E1-956C-764A-80FA-356EE9AC5E59}">
      <dsp:nvSpPr>
        <dsp:cNvPr id="0" name=""/>
        <dsp:cNvSpPr/>
      </dsp:nvSpPr>
      <dsp:spPr>
        <a:xfrm rot="10800000">
          <a:off x="0" y="1916625"/>
          <a:ext cx="8128000" cy="96645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i="0" kern="1200">
              <a:latin typeface="Hiragino Sans W8" panose="020B0400000000000000" pitchFamily="34" charset="-128"/>
              <a:ea typeface="Hiragino Sans W8" panose="020B0400000000000000" pitchFamily="34" charset="-128"/>
            </a:rPr>
            <a:t>金融引き締め</a:t>
          </a:r>
        </a:p>
      </dsp:txBody>
      <dsp:txXfrm rot="10800000">
        <a:off x="0" y="1916625"/>
        <a:ext cx="8128000" cy="627974"/>
      </dsp:txXfrm>
    </dsp:sp>
    <dsp:sp modelId="{AAA1BBA0-2B9E-8244-A74D-6F23DD7EF9B1}">
      <dsp:nvSpPr>
        <dsp:cNvPr id="0" name=""/>
        <dsp:cNvSpPr/>
      </dsp:nvSpPr>
      <dsp:spPr>
        <a:xfrm rot="10800000">
          <a:off x="0" y="959594"/>
          <a:ext cx="8128000" cy="96645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i="0" kern="1200">
              <a:latin typeface="Hiragino Sans W8" panose="020B0400000000000000" pitchFamily="34" charset="-128"/>
              <a:ea typeface="Hiragino Sans W8" panose="020B0400000000000000" pitchFamily="34" charset="-128"/>
            </a:rPr>
            <a:t>インフレ</a:t>
          </a:r>
        </a:p>
      </dsp:txBody>
      <dsp:txXfrm rot="10800000">
        <a:off x="0" y="959594"/>
        <a:ext cx="8128000" cy="627974"/>
      </dsp:txXfrm>
    </dsp:sp>
    <dsp:sp modelId="{6A9EE9A2-B242-924B-A517-EBFEDAE9CA00}">
      <dsp:nvSpPr>
        <dsp:cNvPr id="0" name=""/>
        <dsp:cNvSpPr/>
      </dsp:nvSpPr>
      <dsp:spPr>
        <a:xfrm rot="10800000">
          <a:off x="0" y="2563"/>
          <a:ext cx="8128000" cy="966456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財政支出の</a:t>
          </a:r>
          <a:r>
            <a:rPr kumimoji="1" lang="ja-JP" altLang="en-US" sz="3200" b="1" i="0" kern="1200">
              <a:latin typeface="Hiragino Sans W8" panose="020B0400000000000000" pitchFamily="34" charset="-128"/>
              <a:ea typeface="Hiragino Sans W8" panose="020B0400000000000000" pitchFamily="34" charset="-128"/>
            </a:rPr>
            <a:t>拡大</a:t>
          </a:r>
        </a:p>
      </dsp:txBody>
      <dsp:txXfrm rot="10800000">
        <a:off x="0" y="2563"/>
        <a:ext cx="8128000" cy="6279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17D773-F98D-2CB4-8E6B-5E2532670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3FFF5A-83DE-1990-5001-AA6C466A1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EC61E0-197F-D001-9DC8-94A03F18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E8EE15-6F6F-4264-A01D-385CC79E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8ABA0C-B83B-4951-CE97-E9970F38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5358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84D2B-FCC3-D2DF-CDB1-E3637B69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A0A500-E7B5-58CB-D8AA-A76D17D50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412516-E07A-AC18-4CCC-5B0624723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86F67-E7D2-5369-81EE-FF136647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4EAE59-E5C6-6EE3-C9EB-02F6451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0679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4E4AC4-F509-3301-EED1-3706B0A2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CA9AFF-892A-B238-0F1E-38E89CE64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98241C-38AC-5651-2FBD-40B011A1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B4F1F3-9016-2FA6-37FB-F9C0CC3D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D07A1E-05DD-E136-B663-8D046978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514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0FB9CA-D198-549D-F665-B779D54D9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4EEF9E-D9DD-87BA-6463-18E1BCE12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D2A566-1A0F-A04B-9D7B-AD9B31DBC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390880-2D55-87B4-222D-FC7E92A8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7F514C-9DFC-684A-8DEF-F3F4C7F91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990486-02A2-3228-EB70-8A6E99CA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41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2C4DDB-9F04-F6A4-7653-4F27465C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69B245-B005-E5B7-7AE3-B8CC92350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E9783D-A8FD-CE71-F5EE-DF2F3B4FE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8BDD013-4C89-A60E-F514-DDFC3DE9C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5B4B9F8-86DE-5CEE-0F61-0F8C3AA21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C0935B1-7E7A-EB3D-865C-1FA7E936A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AB21B9B-8DE3-6020-4E56-299C396E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C6AACE0-2978-1453-F207-1BCCD339D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8718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18B6A5-96C8-C26E-3C41-12BD70F8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90C5EB-7CBB-E4E2-A94B-CAA3266F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C5EFC5C-1104-D178-63F0-BEF62DCA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F4ED509-D002-0476-8870-1D3B3D8B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93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1869BA-E062-CA58-D399-36C987517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5AFF7D0-4F51-3A61-0F74-FEB0D36D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0963F1-E847-9DBA-F2E8-241ADFE8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8495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F2D941-B428-DED8-9507-7B2F70F9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9BD39D-E789-2661-ECE0-866544032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6138FC-C1D2-0078-4CB1-8270F7CE2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AC4DDA-7FF3-DB08-AA56-087328C8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D347A9-CC4B-3D2D-ADDA-7A8DA1B9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D3085D-004B-B314-B560-624F2E53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51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9CE889-313E-150F-09DE-1304AF05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5A4C754-2D5F-FBAD-5B4D-D6042E235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2AEE02-79FC-E2FC-5C13-346A9A549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054718-1F11-FD97-FE4D-C2B9C9E5B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EE3493-BEA4-DC15-D8D3-61DC2B25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43DBFD-80E2-84CA-3FF3-C989339DE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40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BA0D1-7A3B-A293-9841-E166E2C3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4A2E124-3775-AA92-CD95-4E7DEE57A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B23FAA-E927-2A9D-0C8A-B1154C10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C1A046-F9A7-4C06-38B2-CDC46D49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449D39-82E8-927F-5077-0515DAF2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5621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F59696-9017-B6E0-579C-FF5620862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9B03FF-B852-2070-6125-A49E8B895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6A89CB-28D0-9622-67BB-528B8C64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DFE62F-5A13-B650-3EDD-F7B85E32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A77B39-AF45-1A4E-FDF2-E8FC4F89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671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60D3B8-BC8F-3BC9-D4BB-B698F83B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4E4845-844E-E138-3A35-B08759706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47487A-9CAC-55BC-F3EB-041281200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38AE0-A022-EC4B-ADED-C3987264F154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FA9E7F-5592-61F3-82E0-D62628EBB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1B1E89-4099-A51F-539F-E090B7A9A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41C86-0941-864D-8F0C-3E7F3D399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2609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B74CE89B-E4E2-678F-A83F-63C22BF73C56}"/>
              </a:ext>
            </a:extLst>
          </p:cNvPr>
          <p:cNvGrpSpPr/>
          <p:nvPr/>
        </p:nvGrpSpPr>
        <p:grpSpPr>
          <a:xfrm>
            <a:off x="1202114" y="309387"/>
            <a:ext cx="9851333" cy="5569639"/>
            <a:chOff x="1202114" y="309387"/>
            <a:chExt cx="9851333" cy="5569639"/>
          </a:xfrm>
        </p:grpSpPr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B6F76CFD-97F8-D596-EDC5-DCCBE5624736}"/>
                </a:ext>
              </a:extLst>
            </p:cNvPr>
            <p:cNvSpPr/>
            <p:nvPr/>
          </p:nvSpPr>
          <p:spPr>
            <a:xfrm>
              <a:off x="5080590" y="30938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はじめに</a:t>
              </a:r>
              <a:endParaRPr lang="en-US" altLang="ja-JP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E10750B-F3B0-8566-4094-B9776C4208B0}"/>
                </a:ext>
              </a:extLst>
            </p:cNvPr>
            <p:cNvSpPr/>
            <p:nvPr/>
          </p:nvSpPr>
          <p:spPr>
            <a:xfrm>
              <a:off x="1322733" y="1492511"/>
              <a:ext cx="9546534" cy="85487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5" name="カギ線コネクタ 24">
              <a:extLst>
                <a:ext uri="{FF2B5EF4-FFF2-40B4-BE49-F238E27FC236}">
                  <a16:creationId xmlns:a16="http://schemas.microsoft.com/office/drawing/2014/main" id="{C0400E63-1B32-D11B-EA16-3917A20FCC4B}"/>
                </a:ext>
              </a:extLst>
            </p:cNvPr>
            <p:cNvCxnSpPr>
              <a:stCxn id="6" idx="2"/>
              <a:endCxn id="7" idx="1"/>
            </p:cNvCxnSpPr>
            <p:nvPr/>
          </p:nvCxnSpPr>
          <p:spPr>
            <a:xfrm rot="5400000">
              <a:off x="3337023" y="-831753"/>
              <a:ext cx="979885" cy="4538071"/>
            </a:xfrm>
            <a:prstGeom prst="bentConnector4">
              <a:avLst>
                <a:gd name="adj1" fmla="val 39414"/>
                <a:gd name="adj2" fmla="val 105037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2F6BFA68-C61A-378B-5BD8-CA69CA86167B}"/>
                </a:ext>
              </a:extLst>
            </p:cNvPr>
            <p:cNvSpPr txBox="1"/>
            <p:nvPr/>
          </p:nvSpPr>
          <p:spPr>
            <a:xfrm>
              <a:off x="1322733" y="1227862"/>
              <a:ext cx="175910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パラダイム</a:t>
              </a:r>
              <a:r>
                <a:rPr kumimoji="1" lang="ja-JP" altLang="en-US" sz="14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歴史</a:t>
              </a:r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4A2A1B1F-2879-97FA-1060-B240711BFB8A}"/>
                </a:ext>
              </a:extLst>
            </p:cNvPr>
            <p:cNvSpPr/>
            <p:nvPr/>
          </p:nvSpPr>
          <p:spPr>
            <a:xfrm>
              <a:off x="1557929" y="160824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国際政治経済学</a:t>
              </a:r>
              <a:r>
                <a:rPr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パラダイム</a:t>
              </a:r>
              <a:endParaRPr kumimoji="1" lang="ja-JP" altLang="en-US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D7A1BCA3-3E8F-19D6-20FE-8E178B802FBD}"/>
                </a:ext>
              </a:extLst>
            </p:cNvPr>
            <p:cNvSpPr/>
            <p:nvPr/>
          </p:nvSpPr>
          <p:spPr>
            <a:xfrm>
              <a:off x="3891219" y="160824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主権国家体制</a:t>
              </a:r>
            </a:p>
          </p:txBody>
        </p: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DF674826-6CEA-65B2-A3CA-6CBFF927B346}"/>
                </a:ext>
              </a:extLst>
            </p:cNvPr>
            <p:cNvSpPr/>
            <p:nvPr/>
          </p:nvSpPr>
          <p:spPr>
            <a:xfrm>
              <a:off x="6224509" y="1607389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パックス・ブリタニカ</a:t>
              </a:r>
              <a:r>
                <a:rPr kumimoji="1" lang="ja-JP" altLang="en-US" sz="12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endParaRPr kumimoji="1" lang="en-US" altLang="ja-JP" sz="1400" dirty="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世界大戦</a:t>
              </a: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6845D614-98A7-7F2D-5FA4-7EAB1198C7FB}"/>
                </a:ext>
              </a:extLst>
            </p:cNvPr>
            <p:cNvSpPr/>
            <p:nvPr/>
          </p:nvSpPr>
          <p:spPr>
            <a:xfrm>
              <a:off x="8557799" y="160738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戦後国際秩序</a:t>
              </a:r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B8A8B377-FD81-D899-C800-E6D2DEFEBB87}"/>
                </a:ext>
              </a:extLst>
            </p:cNvPr>
            <p:cNvSpPr/>
            <p:nvPr/>
          </p:nvSpPr>
          <p:spPr>
            <a:xfrm>
              <a:off x="1437310" y="311002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貿易</a:t>
              </a:r>
              <a:r>
                <a:rPr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経済学</a:t>
              </a:r>
              <a:endParaRPr kumimoji="1" lang="ja-JP" altLang="en-US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2" name="角丸四角形 11">
              <a:extLst>
                <a:ext uri="{FF2B5EF4-FFF2-40B4-BE49-F238E27FC236}">
                  <a16:creationId xmlns:a16="http://schemas.microsoft.com/office/drawing/2014/main" id="{6D7AC088-3597-D866-2026-716AB8B3F942}"/>
                </a:ext>
              </a:extLst>
            </p:cNvPr>
            <p:cNvSpPr/>
            <p:nvPr/>
          </p:nvSpPr>
          <p:spPr>
            <a:xfrm>
              <a:off x="3772928" y="311002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保護主義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endParaRPr kumimoji="1" lang="en-US" altLang="ja-JP" dirty="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政治学</a:t>
              </a:r>
            </a:p>
          </p:txBody>
        </p:sp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386A0706-FE59-318A-62AA-1004ACD7D9EB}"/>
                </a:ext>
              </a:extLst>
            </p:cNvPr>
            <p:cNvSpPr/>
            <p:nvPr/>
          </p:nvSpPr>
          <p:spPr>
            <a:xfrm>
              <a:off x="1437310" y="399840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貿易交渉</a:t>
              </a:r>
              <a:endParaRPr kumimoji="1" lang="ja-JP" altLang="en-US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B40F576E-F1C1-1731-DD3E-1FB462223A0B}"/>
                </a:ext>
              </a:extLst>
            </p:cNvPr>
            <p:cNvSpPr/>
            <p:nvPr/>
          </p:nvSpPr>
          <p:spPr>
            <a:xfrm>
              <a:off x="3772928" y="399840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GATT</a:t>
              </a:r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体制</a:t>
              </a: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50A8261A-DE44-B74F-1CAE-6C4670042B11}"/>
                </a:ext>
              </a:extLst>
            </p:cNvPr>
            <p:cNvSpPr/>
            <p:nvPr/>
          </p:nvSpPr>
          <p:spPr>
            <a:xfrm>
              <a:off x="1202114" y="3001563"/>
              <a:ext cx="4773267" cy="172655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2C900995-5D33-46A0-4FD6-499BE5485EFD}"/>
                </a:ext>
              </a:extLst>
            </p:cNvPr>
            <p:cNvSpPr/>
            <p:nvPr/>
          </p:nvSpPr>
          <p:spPr>
            <a:xfrm>
              <a:off x="6515376" y="311002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国際収支</a:t>
              </a:r>
              <a:endParaRPr kumimoji="1" lang="ja-JP" altLang="en-US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</p:txBody>
        </p:sp>
        <p:sp>
          <p:nvSpPr>
            <p:cNvPr id="18" name="角丸四角形 17">
              <a:extLst>
                <a:ext uri="{FF2B5EF4-FFF2-40B4-BE49-F238E27FC236}">
                  <a16:creationId xmlns:a16="http://schemas.microsoft.com/office/drawing/2014/main" id="{4846D286-0AEF-D902-B9C9-C40590EC0DC8}"/>
                </a:ext>
              </a:extLst>
            </p:cNvPr>
            <p:cNvSpPr/>
            <p:nvPr/>
          </p:nvSpPr>
          <p:spPr>
            <a:xfrm>
              <a:off x="8850994" y="311002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為替制度</a:t>
              </a: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F5B5667C-3727-F6E7-4B5E-39E757943348}"/>
                </a:ext>
              </a:extLst>
            </p:cNvPr>
            <p:cNvSpPr/>
            <p:nvPr/>
          </p:nvSpPr>
          <p:spPr>
            <a:xfrm>
              <a:off x="6515376" y="399840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マクロ経済</a:t>
              </a:r>
              <a:r>
                <a:rPr kumimoji="1" lang="ja-JP" altLang="en-US" sz="14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endParaRPr kumimoji="1" lang="en-US" altLang="ja-JP" sz="1400" dirty="0">
                <a:solidFill>
                  <a:schemeClr val="tx1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</a:endParaRPr>
            </a:p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国際金融</a:t>
              </a:r>
            </a:p>
          </p:txBody>
        </p:sp>
        <p:sp>
          <p:nvSpPr>
            <p:cNvPr id="20" name="角丸四角形 19">
              <a:extLst>
                <a:ext uri="{FF2B5EF4-FFF2-40B4-BE49-F238E27FC236}">
                  <a16:creationId xmlns:a16="http://schemas.microsoft.com/office/drawing/2014/main" id="{756F1980-B449-E61F-B79A-4A0C9B064198}"/>
                </a:ext>
              </a:extLst>
            </p:cNvPr>
            <p:cNvSpPr/>
            <p:nvPr/>
          </p:nvSpPr>
          <p:spPr>
            <a:xfrm>
              <a:off x="8850994" y="3998404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ブレトン・ウッズ体制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54E9CB0B-4A94-F6C6-5CCA-0CAAC6D8F2F8}"/>
                </a:ext>
              </a:extLst>
            </p:cNvPr>
            <p:cNvSpPr/>
            <p:nvPr/>
          </p:nvSpPr>
          <p:spPr>
            <a:xfrm>
              <a:off x="6280180" y="3001563"/>
              <a:ext cx="4773267" cy="172655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角丸四角形 22">
              <a:extLst>
                <a:ext uri="{FF2B5EF4-FFF2-40B4-BE49-F238E27FC236}">
                  <a16:creationId xmlns:a16="http://schemas.microsoft.com/office/drawing/2014/main" id="{5BE58269-6ACA-79F7-1DCF-1C01E31BBDF7}"/>
                </a:ext>
              </a:extLst>
            </p:cNvPr>
            <p:cNvSpPr/>
            <p:nvPr/>
          </p:nvSpPr>
          <p:spPr>
            <a:xfrm>
              <a:off x="5080589" y="5241073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理解度</a:t>
              </a:r>
              <a:r>
                <a:rPr kumimoji="1" lang="ja-JP" altLang="en-US" sz="1600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</a:t>
              </a:r>
              <a:r>
                <a:rPr kumimoji="1" lang="ja-JP" altLang="en-US">
                  <a:solidFill>
                    <a:schemeClr val="tx1"/>
                  </a:solidFill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確認</a:t>
              </a:r>
            </a:p>
          </p:txBody>
        </p:sp>
        <p:cxnSp>
          <p:nvCxnSpPr>
            <p:cNvPr id="27" name="カギ線コネクタ 26">
              <a:extLst>
                <a:ext uri="{FF2B5EF4-FFF2-40B4-BE49-F238E27FC236}">
                  <a16:creationId xmlns:a16="http://schemas.microsoft.com/office/drawing/2014/main" id="{433FB38A-F6DC-3FB1-60F4-945F17AA4376}"/>
                </a:ext>
              </a:extLst>
            </p:cNvPr>
            <p:cNvCxnSpPr>
              <a:cxnSpLocks/>
              <a:stCxn id="10" idx="2"/>
              <a:endCxn id="11" idx="1"/>
            </p:cNvCxnSpPr>
            <p:nvPr/>
          </p:nvCxnSpPr>
          <p:spPr>
            <a:xfrm rot="5400000">
              <a:off x="4913431" y="-1230779"/>
              <a:ext cx="1183659" cy="8135899"/>
            </a:xfrm>
            <a:prstGeom prst="bentConnector4">
              <a:avLst>
                <a:gd name="adj1" fmla="val 36526"/>
                <a:gd name="adj2" fmla="val 10281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1C65419C-938D-4B39-0E67-60A744A803E6}"/>
                </a:ext>
              </a:extLst>
            </p:cNvPr>
            <p:cNvSpPr txBox="1"/>
            <p:nvPr/>
          </p:nvSpPr>
          <p:spPr>
            <a:xfrm>
              <a:off x="1202114" y="2736914"/>
              <a:ext cx="1892268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貿易の政治経済学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3E6A4A0-FC47-4C9F-8D07-F16D54EE2881}"/>
                </a:ext>
              </a:extLst>
            </p:cNvPr>
            <p:cNvSpPr txBox="1"/>
            <p:nvPr/>
          </p:nvSpPr>
          <p:spPr>
            <a:xfrm>
              <a:off x="6280180" y="2736914"/>
              <a:ext cx="2030819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国際金融</a:t>
              </a:r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の政治経済</a:t>
              </a:r>
            </a:p>
          </p:txBody>
        </p:sp>
        <p:cxnSp>
          <p:nvCxnSpPr>
            <p:cNvPr id="32" name="カギ線コネクタ 31">
              <a:extLst>
                <a:ext uri="{FF2B5EF4-FFF2-40B4-BE49-F238E27FC236}">
                  <a16:creationId xmlns:a16="http://schemas.microsoft.com/office/drawing/2014/main" id="{FDAC0CE0-8B71-3085-2365-A04F54DB42A2}"/>
                </a:ext>
              </a:extLst>
            </p:cNvPr>
            <p:cNvCxnSpPr>
              <a:cxnSpLocks/>
              <a:stCxn id="12" idx="2"/>
              <a:endCxn id="13" idx="1"/>
            </p:cNvCxnSpPr>
            <p:nvPr/>
          </p:nvCxnSpPr>
          <p:spPr>
            <a:xfrm rot="5400000">
              <a:off x="2828122" y="2357164"/>
              <a:ext cx="569405" cy="3351028"/>
            </a:xfrm>
            <a:prstGeom prst="bentConnector4">
              <a:avLst>
                <a:gd name="adj1" fmla="val 21990"/>
                <a:gd name="adj2" fmla="val 106822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カギ線コネクタ 34">
              <a:extLst>
                <a:ext uri="{FF2B5EF4-FFF2-40B4-BE49-F238E27FC236}">
                  <a16:creationId xmlns:a16="http://schemas.microsoft.com/office/drawing/2014/main" id="{C1AD6E83-BFF8-A05B-7E33-0D2B31F2B99A}"/>
                </a:ext>
              </a:extLst>
            </p:cNvPr>
            <p:cNvCxnSpPr>
              <a:cxnSpLocks/>
              <a:stCxn id="18" idx="2"/>
              <a:endCxn id="19" idx="1"/>
            </p:cNvCxnSpPr>
            <p:nvPr/>
          </p:nvCxnSpPr>
          <p:spPr>
            <a:xfrm rot="5400000">
              <a:off x="7906188" y="2357164"/>
              <a:ext cx="569405" cy="3351028"/>
            </a:xfrm>
            <a:prstGeom prst="bentConnector4">
              <a:avLst>
                <a:gd name="adj1" fmla="val 21990"/>
                <a:gd name="adj2" fmla="val 106822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カギ線コネクタ 37">
              <a:extLst>
                <a:ext uri="{FF2B5EF4-FFF2-40B4-BE49-F238E27FC236}">
                  <a16:creationId xmlns:a16="http://schemas.microsoft.com/office/drawing/2014/main" id="{71121014-895C-40ED-A1E6-526744FB9B86}"/>
                </a:ext>
              </a:extLst>
            </p:cNvPr>
            <p:cNvCxnSpPr>
              <a:cxnSpLocks/>
              <a:stCxn id="20" idx="2"/>
              <a:endCxn id="23" idx="0"/>
            </p:cNvCxnSpPr>
            <p:nvPr/>
          </p:nvCxnSpPr>
          <p:spPr>
            <a:xfrm rot="5400000">
              <a:off x="7678844" y="3053513"/>
              <a:ext cx="604716" cy="377040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6E052AB5-5523-E671-7066-552AE6B1CA16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3588748" y="1927225"/>
              <a:ext cx="30247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DF7298E7-A919-AE78-2A33-06D2563A5580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5922038" y="1926366"/>
              <a:ext cx="302471" cy="85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628351B5-AB16-A727-C0F1-F3719B5FEAC6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 flipV="1">
              <a:off x="8255328" y="1926365"/>
              <a:ext cx="302471" cy="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DFF4400B-DD7D-3958-F2A3-E77DB9BA4364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>
              <a:off x="3468129" y="3429000"/>
              <a:ext cx="3047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矢印コネクタ 64">
              <a:extLst>
                <a:ext uri="{FF2B5EF4-FFF2-40B4-BE49-F238E27FC236}">
                  <a16:creationId xmlns:a16="http://schemas.microsoft.com/office/drawing/2014/main" id="{D57C901A-71DC-588A-2C3D-C8DB13256FE3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>
              <a:off x="3468129" y="4317381"/>
              <a:ext cx="3047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矢印コネクタ 69">
              <a:extLst>
                <a:ext uri="{FF2B5EF4-FFF2-40B4-BE49-F238E27FC236}">
                  <a16:creationId xmlns:a16="http://schemas.microsoft.com/office/drawing/2014/main" id="{DD088943-9811-90CA-E99C-6F7F47409C6C}"/>
                </a:ext>
              </a:extLst>
            </p:cNvPr>
            <p:cNvCxnSpPr>
              <a:cxnSpLocks/>
            </p:cNvCxnSpPr>
            <p:nvPr/>
          </p:nvCxnSpPr>
          <p:spPr>
            <a:xfrm>
              <a:off x="8557799" y="3428999"/>
              <a:ext cx="3047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4372A108-D350-FAA3-8E23-00F2E641B86B}"/>
                </a:ext>
              </a:extLst>
            </p:cNvPr>
            <p:cNvCxnSpPr>
              <a:cxnSpLocks/>
            </p:cNvCxnSpPr>
            <p:nvPr/>
          </p:nvCxnSpPr>
          <p:spPr>
            <a:xfrm>
              <a:off x="8557799" y="4317380"/>
              <a:ext cx="3047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カギ線コネクタ 71">
              <a:extLst>
                <a:ext uri="{FF2B5EF4-FFF2-40B4-BE49-F238E27FC236}">
                  <a16:creationId xmlns:a16="http://schemas.microsoft.com/office/drawing/2014/main" id="{9B538C98-DD53-6929-3856-A7874A066B62}"/>
                </a:ext>
              </a:extLst>
            </p:cNvPr>
            <p:cNvCxnSpPr>
              <a:cxnSpLocks/>
              <a:stCxn id="14" idx="3"/>
              <a:endCxn id="17" idx="1"/>
            </p:cNvCxnSpPr>
            <p:nvPr/>
          </p:nvCxnSpPr>
          <p:spPr>
            <a:xfrm flipV="1">
              <a:off x="5803747" y="3429000"/>
              <a:ext cx="711629" cy="88838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490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13F8CCCC-D1FC-1613-CFA6-11969A77558F}"/>
              </a:ext>
            </a:extLst>
          </p:cNvPr>
          <p:cNvGrpSpPr/>
          <p:nvPr/>
        </p:nvGrpSpPr>
        <p:grpSpPr>
          <a:xfrm>
            <a:off x="1000703" y="181187"/>
            <a:ext cx="10157390" cy="6495626"/>
            <a:chOff x="1000703" y="181187"/>
            <a:chExt cx="10157390" cy="6495626"/>
          </a:xfrm>
        </p:grpSpPr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9EACF513-3B8A-6465-8A93-87E451BF6C08}"/>
                </a:ext>
              </a:extLst>
            </p:cNvPr>
            <p:cNvSpPr/>
            <p:nvPr/>
          </p:nvSpPr>
          <p:spPr>
            <a:xfrm>
              <a:off x="2335237" y="1196413"/>
              <a:ext cx="7424779" cy="205002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角丸四角形 54">
              <a:extLst>
                <a:ext uri="{FF2B5EF4-FFF2-40B4-BE49-F238E27FC236}">
                  <a16:creationId xmlns:a16="http://schemas.microsoft.com/office/drawing/2014/main" id="{130D0DD4-35F3-4220-E2DF-DD8737589930}"/>
                </a:ext>
              </a:extLst>
            </p:cNvPr>
            <p:cNvSpPr/>
            <p:nvPr/>
          </p:nvSpPr>
          <p:spPr>
            <a:xfrm>
              <a:off x="4917680" y="18118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はじめに</a:t>
              </a:r>
              <a:endParaRPr lang="en-US" altLang="ja-JP" b="1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56" name="角丸四角形 55">
              <a:extLst>
                <a:ext uri="{FF2B5EF4-FFF2-40B4-BE49-F238E27FC236}">
                  <a16:creationId xmlns:a16="http://schemas.microsoft.com/office/drawing/2014/main" id="{A6636787-1EAA-F3BE-3487-BB75CC875C87}"/>
                </a:ext>
              </a:extLst>
            </p:cNvPr>
            <p:cNvSpPr/>
            <p:nvPr/>
          </p:nvSpPr>
          <p:spPr>
            <a:xfrm>
              <a:off x="4938701" y="137618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グローバル化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と</a:t>
              </a:r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国内政治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57" name="角丸四角形 56">
              <a:extLst>
                <a:ext uri="{FF2B5EF4-FFF2-40B4-BE49-F238E27FC236}">
                  <a16:creationId xmlns:a16="http://schemas.microsoft.com/office/drawing/2014/main" id="{C828CCF4-9F59-176A-9168-DA3E84D2AED0}"/>
                </a:ext>
              </a:extLst>
            </p:cNvPr>
            <p:cNvSpPr/>
            <p:nvPr/>
          </p:nvSpPr>
          <p:spPr>
            <a:xfrm>
              <a:off x="2584384" y="137618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グローバル化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とは</a:t>
              </a:r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何か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58" name="角丸四角形 57">
              <a:extLst>
                <a:ext uri="{FF2B5EF4-FFF2-40B4-BE49-F238E27FC236}">
                  <a16:creationId xmlns:a16="http://schemas.microsoft.com/office/drawing/2014/main" id="{80F37D37-D9F7-EE79-AE2E-CB9BB0621099}"/>
                </a:ext>
              </a:extLst>
            </p:cNvPr>
            <p:cNvSpPr/>
            <p:nvPr/>
          </p:nvSpPr>
          <p:spPr>
            <a:xfrm>
              <a:off x="7293018" y="137618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グローバル化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と</a:t>
              </a:r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福祉国家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59" name="角丸四角形 58">
              <a:extLst>
                <a:ext uri="{FF2B5EF4-FFF2-40B4-BE49-F238E27FC236}">
                  <a16:creationId xmlns:a16="http://schemas.microsoft.com/office/drawing/2014/main" id="{DA96B01D-4796-1C1E-3D9B-D69FF3D37C35}"/>
                </a:ext>
              </a:extLst>
            </p:cNvPr>
            <p:cNvSpPr/>
            <p:nvPr/>
          </p:nvSpPr>
          <p:spPr>
            <a:xfrm>
              <a:off x="2584384" y="2442990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グローバル化と資本主義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60" name="角丸四角形 59">
              <a:extLst>
                <a:ext uri="{FF2B5EF4-FFF2-40B4-BE49-F238E27FC236}">
                  <a16:creationId xmlns:a16="http://schemas.microsoft.com/office/drawing/2014/main" id="{631C75CE-254B-B57D-9033-30F864CB7184}"/>
                </a:ext>
              </a:extLst>
            </p:cNvPr>
            <p:cNvSpPr/>
            <p:nvPr/>
          </p:nvSpPr>
          <p:spPr>
            <a:xfrm>
              <a:off x="4938701" y="2442989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地域統合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62" name="角丸四角形 61">
              <a:extLst>
                <a:ext uri="{FF2B5EF4-FFF2-40B4-BE49-F238E27FC236}">
                  <a16:creationId xmlns:a16="http://schemas.microsoft.com/office/drawing/2014/main" id="{81636F86-336E-967E-CE55-5E7FBDFE38C2}"/>
                </a:ext>
              </a:extLst>
            </p:cNvPr>
            <p:cNvSpPr/>
            <p:nvPr/>
          </p:nvSpPr>
          <p:spPr>
            <a:xfrm>
              <a:off x="1207529" y="3777056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経済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と</a:t>
              </a:r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安全保障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63" name="角丸四角形 62">
              <a:extLst>
                <a:ext uri="{FF2B5EF4-FFF2-40B4-BE49-F238E27FC236}">
                  <a16:creationId xmlns:a16="http://schemas.microsoft.com/office/drawing/2014/main" id="{9BBC90DC-B389-4987-88A8-243368937336}"/>
                </a:ext>
              </a:extLst>
            </p:cNvPr>
            <p:cNvSpPr/>
            <p:nvPr/>
          </p:nvSpPr>
          <p:spPr>
            <a:xfrm>
              <a:off x="1207529" y="484385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リアリズム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再説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8013DDAC-2F96-4397-947D-9268248E814C}"/>
                </a:ext>
              </a:extLst>
            </p:cNvPr>
            <p:cNvSpPr/>
            <p:nvPr/>
          </p:nvSpPr>
          <p:spPr>
            <a:xfrm>
              <a:off x="8953654" y="377705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国家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開発戦略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65" name="角丸四角形 64">
              <a:extLst>
                <a:ext uri="{FF2B5EF4-FFF2-40B4-BE49-F238E27FC236}">
                  <a16:creationId xmlns:a16="http://schemas.microsoft.com/office/drawing/2014/main" id="{FB544537-A205-5FF1-AA80-A869FAF6BD61}"/>
                </a:ext>
              </a:extLst>
            </p:cNvPr>
            <p:cNvSpPr/>
            <p:nvPr/>
          </p:nvSpPr>
          <p:spPr>
            <a:xfrm>
              <a:off x="6599337" y="377705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国家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産業政策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85961B3F-7FB7-CADD-2F16-44357DAB2779}"/>
                </a:ext>
              </a:extLst>
            </p:cNvPr>
            <p:cNvSpPr/>
            <p:nvPr/>
          </p:nvSpPr>
          <p:spPr>
            <a:xfrm>
              <a:off x="6599337" y="4843859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開発戦略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の</a:t>
              </a:r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再編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lang="en-US" altLang="ja-JP" b="1" dirty="0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【1/18</a:t>
              </a:r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補講</a:t>
              </a:r>
              <a:r>
                <a:rPr lang="en-US" altLang="ja-JP" b="1" dirty="0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】</a:t>
              </a:r>
            </a:p>
          </p:txBody>
        </p:sp>
        <p:sp>
          <p:nvSpPr>
            <p:cNvPr id="67" name="角丸四角形 66">
              <a:extLst>
                <a:ext uri="{FF2B5EF4-FFF2-40B4-BE49-F238E27FC236}">
                  <a16:creationId xmlns:a16="http://schemas.microsoft.com/office/drawing/2014/main" id="{2A357C4D-A953-980B-DB81-81E496F59A47}"/>
                </a:ext>
              </a:extLst>
            </p:cNvPr>
            <p:cNvSpPr/>
            <p:nvPr/>
          </p:nvSpPr>
          <p:spPr>
            <a:xfrm>
              <a:off x="8953654" y="4843858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開発援助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と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国際金融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68" name="角丸四角形 67">
              <a:extLst>
                <a:ext uri="{FF2B5EF4-FFF2-40B4-BE49-F238E27FC236}">
                  <a16:creationId xmlns:a16="http://schemas.microsoft.com/office/drawing/2014/main" id="{58ADB10B-E03F-B026-0D07-708952FF8DF0}"/>
                </a:ext>
              </a:extLst>
            </p:cNvPr>
            <p:cNvSpPr/>
            <p:nvPr/>
          </p:nvSpPr>
          <p:spPr>
            <a:xfrm>
              <a:off x="4917679" y="6038860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はじめに</a:t>
              </a:r>
              <a:endParaRPr lang="en-US" altLang="ja-JP" b="1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870AE886-BD2B-6A2B-CB18-8E52A389BE6C}"/>
                </a:ext>
              </a:extLst>
            </p:cNvPr>
            <p:cNvSpPr/>
            <p:nvPr/>
          </p:nvSpPr>
          <p:spPr>
            <a:xfrm>
              <a:off x="3561845" y="4843857"/>
              <a:ext cx="2030819" cy="637953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リベラリズム</a:t>
              </a:r>
              <a:r>
                <a:rPr lang="ja-JP" altLang="en-US" sz="1600" b="1">
                  <a:solidFill>
                    <a:schemeClr val="tx1"/>
                  </a:solidFill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再説</a:t>
              </a:r>
              <a:endParaRPr lang="en-US" altLang="ja-JP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endParaRPr>
            </a:p>
          </p:txBody>
        </p:sp>
        <p:cxnSp>
          <p:nvCxnSpPr>
            <p:cNvPr id="70" name="カギ線コネクタ 69">
              <a:extLst>
                <a:ext uri="{FF2B5EF4-FFF2-40B4-BE49-F238E27FC236}">
                  <a16:creationId xmlns:a16="http://schemas.microsoft.com/office/drawing/2014/main" id="{182F3394-5A89-15A0-C7A8-07AA8CF156C2}"/>
                </a:ext>
              </a:extLst>
            </p:cNvPr>
            <p:cNvCxnSpPr>
              <a:cxnSpLocks/>
              <a:stCxn id="55" idx="2"/>
              <a:endCxn id="57" idx="0"/>
            </p:cNvCxnSpPr>
            <p:nvPr/>
          </p:nvCxnSpPr>
          <p:spPr>
            <a:xfrm rot="5400000">
              <a:off x="4487918" y="-68984"/>
              <a:ext cx="557048" cy="233329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カギ線コネクタ 72">
              <a:extLst>
                <a:ext uri="{FF2B5EF4-FFF2-40B4-BE49-F238E27FC236}">
                  <a16:creationId xmlns:a16="http://schemas.microsoft.com/office/drawing/2014/main" id="{45686096-ED38-1AD7-D85B-EB3D57C570F2}"/>
                </a:ext>
              </a:extLst>
            </p:cNvPr>
            <p:cNvCxnSpPr>
              <a:cxnSpLocks/>
              <a:stCxn id="58" idx="2"/>
              <a:endCxn id="59" idx="0"/>
            </p:cNvCxnSpPr>
            <p:nvPr/>
          </p:nvCxnSpPr>
          <p:spPr>
            <a:xfrm rot="5400000">
              <a:off x="5739687" y="-125752"/>
              <a:ext cx="428849" cy="470863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カギ線コネクタ 75">
              <a:extLst>
                <a:ext uri="{FF2B5EF4-FFF2-40B4-BE49-F238E27FC236}">
                  <a16:creationId xmlns:a16="http://schemas.microsoft.com/office/drawing/2014/main" id="{BC647C8A-0E04-854A-B1C4-775EB6847F2C}"/>
                </a:ext>
              </a:extLst>
            </p:cNvPr>
            <p:cNvCxnSpPr>
              <a:cxnSpLocks/>
              <a:stCxn id="60" idx="2"/>
              <a:endCxn id="62" idx="0"/>
            </p:cNvCxnSpPr>
            <p:nvPr/>
          </p:nvCxnSpPr>
          <p:spPr>
            <a:xfrm rot="5400000">
              <a:off x="3740468" y="1563413"/>
              <a:ext cx="696114" cy="3731172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カギ線コネクタ 78">
              <a:extLst>
                <a:ext uri="{FF2B5EF4-FFF2-40B4-BE49-F238E27FC236}">
                  <a16:creationId xmlns:a16="http://schemas.microsoft.com/office/drawing/2014/main" id="{87A1C217-B4B7-9432-351E-E4D55CDDFE3E}"/>
                </a:ext>
              </a:extLst>
            </p:cNvPr>
            <p:cNvCxnSpPr>
              <a:cxnSpLocks/>
              <a:stCxn id="69" idx="3"/>
              <a:endCxn id="65" idx="1"/>
            </p:cNvCxnSpPr>
            <p:nvPr/>
          </p:nvCxnSpPr>
          <p:spPr>
            <a:xfrm flipV="1">
              <a:off x="5592664" y="4096034"/>
              <a:ext cx="1006673" cy="1066800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カギ線コネクタ 81">
              <a:extLst>
                <a:ext uri="{FF2B5EF4-FFF2-40B4-BE49-F238E27FC236}">
                  <a16:creationId xmlns:a16="http://schemas.microsoft.com/office/drawing/2014/main" id="{C038A6B0-2818-C862-CDDC-BDB25269EE5D}"/>
                </a:ext>
              </a:extLst>
            </p:cNvPr>
            <p:cNvCxnSpPr>
              <a:cxnSpLocks/>
              <a:stCxn id="67" idx="2"/>
              <a:endCxn id="68" idx="0"/>
            </p:cNvCxnSpPr>
            <p:nvPr/>
          </p:nvCxnSpPr>
          <p:spPr>
            <a:xfrm rot="5400000">
              <a:off x="7672553" y="3742348"/>
              <a:ext cx="557049" cy="403597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矢印コネクタ 84">
              <a:extLst>
                <a:ext uri="{FF2B5EF4-FFF2-40B4-BE49-F238E27FC236}">
                  <a16:creationId xmlns:a16="http://schemas.microsoft.com/office/drawing/2014/main" id="{2CA282A9-74B4-0216-C2CF-5D8BD57C7518}"/>
                </a:ext>
              </a:extLst>
            </p:cNvPr>
            <p:cNvCxnSpPr>
              <a:cxnSpLocks/>
              <a:stCxn id="57" idx="3"/>
              <a:endCxn id="56" idx="1"/>
            </p:cNvCxnSpPr>
            <p:nvPr/>
          </p:nvCxnSpPr>
          <p:spPr>
            <a:xfrm>
              <a:off x="4615203" y="1695165"/>
              <a:ext cx="32349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D2973CCF-D503-FB34-2C8C-97E3024F960C}"/>
                </a:ext>
              </a:extLst>
            </p:cNvPr>
            <p:cNvCxnSpPr>
              <a:cxnSpLocks/>
              <a:stCxn id="56" idx="3"/>
              <a:endCxn id="58" idx="1"/>
            </p:cNvCxnSpPr>
            <p:nvPr/>
          </p:nvCxnSpPr>
          <p:spPr>
            <a:xfrm>
              <a:off x="6969520" y="1695165"/>
              <a:ext cx="32349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矢印コネクタ 93">
              <a:extLst>
                <a:ext uri="{FF2B5EF4-FFF2-40B4-BE49-F238E27FC236}">
                  <a16:creationId xmlns:a16="http://schemas.microsoft.com/office/drawing/2014/main" id="{E48A6C14-49B7-2173-A303-43A5DB33A5C7}"/>
                </a:ext>
              </a:extLst>
            </p:cNvPr>
            <p:cNvCxnSpPr>
              <a:cxnSpLocks/>
              <a:stCxn id="59" idx="3"/>
              <a:endCxn id="60" idx="1"/>
            </p:cNvCxnSpPr>
            <p:nvPr/>
          </p:nvCxnSpPr>
          <p:spPr>
            <a:xfrm flipV="1">
              <a:off x="4615203" y="2761966"/>
              <a:ext cx="323498" cy="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矢印コネクタ 96">
              <a:extLst>
                <a:ext uri="{FF2B5EF4-FFF2-40B4-BE49-F238E27FC236}">
                  <a16:creationId xmlns:a16="http://schemas.microsoft.com/office/drawing/2014/main" id="{340803AE-3685-AE66-FA40-A459AA6F97D4}"/>
                </a:ext>
              </a:extLst>
            </p:cNvPr>
            <p:cNvCxnSpPr>
              <a:cxnSpLocks/>
              <a:stCxn id="62" idx="2"/>
              <a:endCxn id="63" idx="0"/>
            </p:cNvCxnSpPr>
            <p:nvPr/>
          </p:nvCxnSpPr>
          <p:spPr>
            <a:xfrm>
              <a:off x="2222939" y="4415009"/>
              <a:ext cx="0" cy="42884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矢印コネクタ 99">
              <a:extLst>
                <a:ext uri="{FF2B5EF4-FFF2-40B4-BE49-F238E27FC236}">
                  <a16:creationId xmlns:a16="http://schemas.microsoft.com/office/drawing/2014/main" id="{74A49A41-4ADF-3E1A-EFCB-0941D7444713}"/>
                </a:ext>
              </a:extLst>
            </p:cNvPr>
            <p:cNvCxnSpPr>
              <a:cxnSpLocks/>
              <a:stCxn id="63" idx="3"/>
              <a:endCxn id="69" idx="1"/>
            </p:cNvCxnSpPr>
            <p:nvPr/>
          </p:nvCxnSpPr>
          <p:spPr>
            <a:xfrm flipV="1">
              <a:off x="3238348" y="5162834"/>
              <a:ext cx="323497" cy="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矢印コネクタ 102">
              <a:extLst>
                <a:ext uri="{FF2B5EF4-FFF2-40B4-BE49-F238E27FC236}">
                  <a16:creationId xmlns:a16="http://schemas.microsoft.com/office/drawing/2014/main" id="{DB12AD77-AB2A-00FC-86F9-DE7ACF2D834F}"/>
                </a:ext>
              </a:extLst>
            </p:cNvPr>
            <p:cNvCxnSpPr>
              <a:cxnSpLocks/>
              <a:stCxn id="65" idx="3"/>
              <a:endCxn id="64" idx="1"/>
            </p:cNvCxnSpPr>
            <p:nvPr/>
          </p:nvCxnSpPr>
          <p:spPr>
            <a:xfrm>
              <a:off x="8630156" y="4096034"/>
              <a:ext cx="32349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矢印コネクタ 106">
              <a:extLst>
                <a:ext uri="{FF2B5EF4-FFF2-40B4-BE49-F238E27FC236}">
                  <a16:creationId xmlns:a16="http://schemas.microsoft.com/office/drawing/2014/main" id="{9B83CC27-26B7-95AF-149A-B90337F59588}"/>
                </a:ext>
              </a:extLst>
            </p:cNvPr>
            <p:cNvCxnSpPr>
              <a:cxnSpLocks/>
              <a:stCxn id="66" idx="3"/>
              <a:endCxn id="67" idx="1"/>
            </p:cNvCxnSpPr>
            <p:nvPr/>
          </p:nvCxnSpPr>
          <p:spPr>
            <a:xfrm flipV="1">
              <a:off x="8630156" y="5162835"/>
              <a:ext cx="323498" cy="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カギ線コネクタ 109">
              <a:extLst>
                <a:ext uri="{FF2B5EF4-FFF2-40B4-BE49-F238E27FC236}">
                  <a16:creationId xmlns:a16="http://schemas.microsoft.com/office/drawing/2014/main" id="{F931E205-97B8-1B01-499C-B0B9C9D69174}"/>
                </a:ext>
              </a:extLst>
            </p:cNvPr>
            <p:cNvCxnSpPr>
              <a:cxnSpLocks/>
              <a:stCxn id="64" idx="2"/>
              <a:endCxn id="66" idx="0"/>
            </p:cNvCxnSpPr>
            <p:nvPr/>
          </p:nvCxnSpPr>
          <p:spPr>
            <a:xfrm rot="5400000">
              <a:off x="8577482" y="3452276"/>
              <a:ext cx="428849" cy="2354317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51B2ECA2-1FBC-A936-A339-C679A93CA3F6}"/>
                </a:ext>
              </a:extLst>
            </p:cNvPr>
            <p:cNvSpPr/>
            <p:nvPr/>
          </p:nvSpPr>
          <p:spPr>
            <a:xfrm>
              <a:off x="1033907" y="3637992"/>
              <a:ext cx="4705711" cy="2050027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5" name="テキスト ボックス 114">
              <a:extLst>
                <a:ext uri="{FF2B5EF4-FFF2-40B4-BE49-F238E27FC236}">
                  <a16:creationId xmlns:a16="http://schemas.microsoft.com/office/drawing/2014/main" id="{5AC5690A-D83F-2339-70D1-2F83385016A6}"/>
                </a:ext>
              </a:extLst>
            </p:cNvPr>
            <p:cNvSpPr txBox="1"/>
            <p:nvPr/>
          </p:nvSpPr>
          <p:spPr>
            <a:xfrm>
              <a:off x="1000703" y="3381167"/>
              <a:ext cx="178470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経済と安全保障</a:t>
              </a:r>
            </a:p>
          </p:txBody>
        </p: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2BB7CDBC-96CC-8A83-318B-B928DD5CDA75}"/>
                </a:ext>
              </a:extLst>
            </p:cNvPr>
            <p:cNvSpPr txBox="1"/>
            <p:nvPr/>
          </p:nvSpPr>
          <p:spPr>
            <a:xfrm>
              <a:off x="2584384" y="1000702"/>
              <a:ext cx="1474005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グローバル化</a:t>
              </a:r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D09C8EBF-4208-D95B-099A-6F00A886B8C7}"/>
                </a:ext>
              </a:extLst>
            </p:cNvPr>
            <p:cNvSpPr/>
            <p:nvPr/>
          </p:nvSpPr>
          <p:spPr>
            <a:xfrm>
              <a:off x="6452382" y="3637134"/>
              <a:ext cx="4705711" cy="2050027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テキスト ボックス 118">
              <a:extLst>
                <a:ext uri="{FF2B5EF4-FFF2-40B4-BE49-F238E27FC236}">
                  <a16:creationId xmlns:a16="http://schemas.microsoft.com/office/drawing/2014/main" id="{FC179075-D55F-3921-59F7-EE7D2333A7B8}"/>
                </a:ext>
              </a:extLst>
            </p:cNvPr>
            <p:cNvSpPr txBox="1"/>
            <p:nvPr/>
          </p:nvSpPr>
          <p:spPr>
            <a:xfrm>
              <a:off x="6473403" y="3380208"/>
              <a:ext cx="84875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 b="1">
                  <a:latin typeface="Hiragino Sans W8" panose="020B0400000000000000" pitchFamily="34" charset="-128"/>
                  <a:ea typeface="Hiragino Sans W8" panose="020B0400000000000000" pitchFamily="34" charset="-128"/>
                </a:rPr>
                <a:t>開発</a:t>
              </a:r>
            </a:p>
          </p:txBody>
        </p:sp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CB784F-84F7-408D-CAAC-C06A33307F0E}"/>
              </a:ext>
            </a:extLst>
          </p:cNvPr>
          <p:cNvSpPr txBox="1"/>
          <p:nvPr/>
        </p:nvSpPr>
        <p:spPr>
          <a:xfrm>
            <a:off x="9310593" y="4953238"/>
            <a:ext cx="1289540" cy="40011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20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rPr>
              <a:t>【</a:t>
            </a:r>
            <a:r>
              <a:rPr lang="ja-JP" altLang="en-US" sz="2000" b="1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rPr>
              <a:t>休講</a:t>
            </a:r>
            <a:r>
              <a:rPr lang="en-US" altLang="ja-JP" sz="2000" b="1" dirty="0">
                <a:solidFill>
                  <a:schemeClr val="tx1"/>
                </a:solidFill>
                <a:latin typeface="Hiragino Sans W8" panose="020B0400000000000000" pitchFamily="34" charset="-128"/>
                <a:ea typeface="Hiragino Sans W8" panose="020B0400000000000000" pitchFamily="34" charset="-128"/>
              </a:rPr>
              <a:t>】</a:t>
            </a:r>
            <a:endParaRPr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1400270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F87D0524-CF92-6C75-B773-5933268DC4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188317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766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133</Words>
  <Application>Microsoft Macintosh PowerPoint</Application>
  <PresentationFormat>ワイド画面</PresentationFormat>
  <Paragraphs>46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HGPSoeiKakugothicUB</vt:lpstr>
      <vt:lpstr>Hiragino Sans W7</vt:lpstr>
      <vt:lpstr>Hiragino Sans W8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SUZUKI JUNPEI</cp:lastModifiedBy>
  <cp:revision>17</cp:revision>
  <dcterms:created xsi:type="dcterms:W3CDTF">2026-01-08T05:16:33Z</dcterms:created>
  <dcterms:modified xsi:type="dcterms:W3CDTF">2026-09-28T01:59:55Z</dcterms:modified>
</cp:coreProperties>
</file>