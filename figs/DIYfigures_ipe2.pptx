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/>
    <p:restoredTop sz="94110"/>
  </p:normalViewPr>
  <p:slideViewPr>
    <p:cSldViewPr snapToGrid="0">
      <p:cViewPr>
        <p:scale>
          <a:sx n="91" d="100"/>
          <a:sy n="91" d="100"/>
        </p:scale>
        <p:origin x="-184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グループ化 119">
            <a:extLst>
              <a:ext uri="{FF2B5EF4-FFF2-40B4-BE49-F238E27FC236}">
                <a16:creationId xmlns:a16="http://schemas.microsoft.com/office/drawing/2014/main" id="{13F8CCCC-D1FC-1613-CFA6-11969A77558F}"/>
              </a:ext>
            </a:extLst>
          </p:cNvPr>
          <p:cNvGrpSpPr/>
          <p:nvPr/>
        </p:nvGrpSpPr>
        <p:grpSpPr>
          <a:xfrm>
            <a:off x="1000703" y="181187"/>
            <a:ext cx="10157390" cy="6495626"/>
            <a:chOff x="1000703" y="181187"/>
            <a:chExt cx="10157390" cy="6495626"/>
          </a:xfrm>
        </p:grpSpPr>
        <p:sp>
          <p:nvSpPr>
            <p:cNvPr id="116" name="正方形/長方形 115">
              <a:extLst>
                <a:ext uri="{FF2B5EF4-FFF2-40B4-BE49-F238E27FC236}">
                  <a16:creationId xmlns:a16="http://schemas.microsoft.com/office/drawing/2014/main" id="{9EACF513-3B8A-6465-8A93-87E451BF6C08}"/>
                </a:ext>
              </a:extLst>
            </p:cNvPr>
            <p:cNvSpPr/>
            <p:nvPr/>
          </p:nvSpPr>
          <p:spPr>
            <a:xfrm>
              <a:off x="2335237" y="1196413"/>
              <a:ext cx="7424779" cy="2050028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5" name="角丸四角形 54">
              <a:extLst>
                <a:ext uri="{FF2B5EF4-FFF2-40B4-BE49-F238E27FC236}">
                  <a16:creationId xmlns:a16="http://schemas.microsoft.com/office/drawing/2014/main" id="{130D0DD4-35F3-4220-E2DF-DD8737589930}"/>
                </a:ext>
              </a:extLst>
            </p:cNvPr>
            <p:cNvSpPr/>
            <p:nvPr/>
          </p:nvSpPr>
          <p:spPr>
            <a:xfrm>
              <a:off x="4917680" y="1811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lang="en-US" altLang="ja-JP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6" name="角丸四角形 55">
              <a:extLst>
                <a:ext uri="{FF2B5EF4-FFF2-40B4-BE49-F238E27FC236}">
                  <a16:creationId xmlns:a16="http://schemas.microsoft.com/office/drawing/2014/main" id="{A6636787-1EAA-F3BE-3487-BB75CC875C87}"/>
                </a:ext>
              </a:extLst>
            </p:cNvPr>
            <p:cNvSpPr/>
            <p:nvPr/>
          </p:nvSpPr>
          <p:spPr>
            <a:xfrm>
              <a:off x="4938701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国内政治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7" name="角丸四角形 56">
              <a:extLst>
                <a:ext uri="{FF2B5EF4-FFF2-40B4-BE49-F238E27FC236}">
                  <a16:creationId xmlns:a16="http://schemas.microsoft.com/office/drawing/2014/main" id="{C828CCF4-9F59-176A-9168-DA3E84D2AED0}"/>
                </a:ext>
              </a:extLst>
            </p:cNvPr>
            <p:cNvSpPr/>
            <p:nvPr/>
          </p:nvSpPr>
          <p:spPr>
            <a:xfrm>
              <a:off x="2584384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とは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何か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8" name="角丸四角形 57">
              <a:extLst>
                <a:ext uri="{FF2B5EF4-FFF2-40B4-BE49-F238E27FC236}">
                  <a16:creationId xmlns:a16="http://schemas.microsoft.com/office/drawing/2014/main" id="{80F37D37-D9F7-EE79-AE2E-CB9BB0621099}"/>
                </a:ext>
              </a:extLst>
            </p:cNvPr>
            <p:cNvSpPr/>
            <p:nvPr/>
          </p:nvSpPr>
          <p:spPr>
            <a:xfrm>
              <a:off x="7293018" y="13761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福祉国家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59" name="角丸四角形 58">
              <a:extLst>
                <a:ext uri="{FF2B5EF4-FFF2-40B4-BE49-F238E27FC236}">
                  <a16:creationId xmlns:a16="http://schemas.microsoft.com/office/drawing/2014/main" id="{DA96B01D-4796-1C1E-3D9B-D69FF3D37C35}"/>
                </a:ext>
              </a:extLst>
            </p:cNvPr>
            <p:cNvSpPr/>
            <p:nvPr/>
          </p:nvSpPr>
          <p:spPr>
            <a:xfrm>
              <a:off x="2584384" y="244299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グローバル化と資本主義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0" name="角丸四角形 59">
              <a:extLst>
                <a:ext uri="{FF2B5EF4-FFF2-40B4-BE49-F238E27FC236}">
                  <a16:creationId xmlns:a16="http://schemas.microsoft.com/office/drawing/2014/main" id="{631C75CE-254B-B57D-9033-30F864CB7184}"/>
                </a:ext>
              </a:extLst>
            </p:cNvPr>
            <p:cNvSpPr/>
            <p:nvPr/>
          </p:nvSpPr>
          <p:spPr>
            <a:xfrm>
              <a:off x="4938701" y="24429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地域統合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2" name="角丸四角形 61">
              <a:extLst>
                <a:ext uri="{FF2B5EF4-FFF2-40B4-BE49-F238E27FC236}">
                  <a16:creationId xmlns:a16="http://schemas.microsoft.com/office/drawing/2014/main" id="{81636F86-336E-967E-CE55-5E7FBDFE38C2}"/>
                </a:ext>
              </a:extLst>
            </p:cNvPr>
            <p:cNvSpPr/>
            <p:nvPr/>
          </p:nvSpPr>
          <p:spPr>
            <a:xfrm>
              <a:off x="1207529" y="3777056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安全保障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3" name="角丸四角形 62">
              <a:extLst>
                <a:ext uri="{FF2B5EF4-FFF2-40B4-BE49-F238E27FC236}">
                  <a16:creationId xmlns:a16="http://schemas.microsoft.com/office/drawing/2014/main" id="{9BBC90DC-B389-4987-88A8-243368937336}"/>
                </a:ext>
              </a:extLst>
            </p:cNvPr>
            <p:cNvSpPr/>
            <p:nvPr/>
          </p:nvSpPr>
          <p:spPr>
            <a:xfrm>
              <a:off x="1207529" y="484385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リアリズム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再説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4" name="角丸四角形 63">
              <a:extLst>
                <a:ext uri="{FF2B5EF4-FFF2-40B4-BE49-F238E27FC236}">
                  <a16:creationId xmlns:a16="http://schemas.microsoft.com/office/drawing/2014/main" id="{8013DDAC-2F96-4397-947D-9268248E814C}"/>
                </a:ext>
              </a:extLst>
            </p:cNvPr>
            <p:cNvSpPr/>
            <p:nvPr/>
          </p:nvSpPr>
          <p:spPr>
            <a:xfrm>
              <a:off x="8953654" y="37770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国家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開発戦略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5" name="角丸四角形 64">
              <a:extLst>
                <a:ext uri="{FF2B5EF4-FFF2-40B4-BE49-F238E27FC236}">
                  <a16:creationId xmlns:a16="http://schemas.microsoft.com/office/drawing/2014/main" id="{FB544537-A205-5FF1-AA80-A869FAF6BD61}"/>
                </a:ext>
              </a:extLst>
            </p:cNvPr>
            <p:cNvSpPr/>
            <p:nvPr/>
          </p:nvSpPr>
          <p:spPr>
            <a:xfrm>
              <a:off x="6599337" y="37770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国家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産業政策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6" name="角丸四角形 65">
              <a:extLst>
                <a:ext uri="{FF2B5EF4-FFF2-40B4-BE49-F238E27FC236}">
                  <a16:creationId xmlns:a16="http://schemas.microsoft.com/office/drawing/2014/main" id="{85961B3F-7FB7-CADD-2F16-44357DAB2779}"/>
                </a:ext>
              </a:extLst>
            </p:cNvPr>
            <p:cNvSpPr/>
            <p:nvPr/>
          </p:nvSpPr>
          <p:spPr>
            <a:xfrm>
              <a:off x="6599337" y="484385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開発戦略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の</a:t>
              </a:r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再編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7" name="角丸四角形 66">
              <a:extLst>
                <a:ext uri="{FF2B5EF4-FFF2-40B4-BE49-F238E27FC236}">
                  <a16:creationId xmlns:a16="http://schemas.microsoft.com/office/drawing/2014/main" id="{2A357C4D-A953-980B-DB81-81E496F59A47}"/>
                </a:ext>
              </a:extLst>
            </p:cNvPr>
            <p:cNvSpPr/>
            <p:nvPr/>
          </p:nvSpPr>
          <p:spPr>
            <a:xfrm>
              <a:off x="8953654" y="484385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開発援助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と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国際金融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8" name="角丸四角形 67">
              <a:extLst>
                <a:ext uri="{FF2B5EF4-FFF2-40B4-BE49-F238E27FC236}">
                  <a16:creationId xmlns:a16="http://schemas.microsoft.com/office/drawing/2014/main" id="{58ADB10B-E03F-B026-0D07-708952FF8DF0}"/>
                </a:ext>
              </a:extLst>
            </p:cNvPr>
            <p:cNvSpPr/>
            <p:nvPr/>
          </p:nvSpPr>
          <p:spPr>
            <a:xfrm>
              <a:off x="4917679" y="6038860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はじめに</a:t>
              </a:r>
              <a:endParaRPr lang="en-US" altLang="ja-JP" b="1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sp>
          <p:nvSpPr>
            <p:cNvPr id="69" name="角丸四角形 68">
              <a:extLst>
                <a:ext uri="{FF2B5EF4-FFF2-40B4-BE49-F238E27FC236}">
                  <a16:creationId xmlns:a16="http://schemas.microsoft.com/office/drawing/2014/main" id="{870AE886-BD2B-6A2B-CB18-8E52A389BE6C}"/>
                </a:ext>
              </a:extLst>
            </p:cNvPr>
            <p:cNvSpPr/>
            <p:nvPr/>
          </p:nvSpPr>
          <p:spPr>
            <a:xfrm>
              <a:off x="3561845" y="484385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リベラリズム</a:t>
              </a:r>
              <a:r>
                <a:rPr lang="ja-JP" altLang="en-US" sz="1600" b="1">
                  <a:solidFill>
                    <a:schemeClr val="tx1"/>
                  </a:solidFill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再説</a:t>
              </a:r>
              <a:endParaRPr lang="en-US" altLang="ja-JP" b="1" dirty="0">
                <a:solidFill>
                  <a:schemeClr val="tx1"/>
                </a:solidFill>
                <a:latin typeface="Hiragino Sans W8" panose="020B0400000000000000" pitchFamily="34" charset="-128"/>
                <a:ea typeface="Hiragino Sans W8" panose="020B0400000000000000" pitchFamily="34" charset="-128"/>
              </a:endParaRPr>
            </a:p>
          </p:txBody>
        </p:sp>
        <p:cxnSp>
          <p:nvCxnSpPr>
            <p:cNvPr id="70" name="カギ線コネクタ 69">
              <a:extLst>
                <a:ext uri="{FF2B5EF4-FFF2-40B4-BE49-F238E27FC236}">
                  <a16:creationId xmlns:a16="http://schemas.microsoft.com/office/drawing/2014/main" id="{182F3394-5A89-15A0-C7A8-07AA8CF156C2}"/>
                </a:ext>
              </a:extLst>
            </p:cNvPr>
            <p:cNvCxnSpPr>
              <a:cxnSpLocks/>
              <a:stCxn id="55" idx="2"/>
              <a:endCxn id="57" idx="0"/>
            </p:cNvCxnSpPr>
            <p:nvPr/>
          </p:nvCxnSpPr>
          <p:spPr>
            <a:xfrm rot="5400000">
              <a:off x="4487918" y="-68984"/>
              <a:ext cx="557048" cy="2333296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カギ線コネクタ 72">
              <a:extLst>
                <a:ext uri="{FF2B5EF4-FFF2-40B4-BE49-F238E27FC236}">
                  <a16:creationId xmlns:a16="http://schemas.microsoft.com/office/drawing/2014/main" id="{45686096-ED38-1AD7-D85B-EB3D57C570F2}"/>
                </a:ext>
              </a:extLst>
            </p:cNvPr>
            <p:cNvCxnSpPr>
              <a:cxnSpLocks/>
              <a:stCxn id="58" idx="2"/>
              <a:endCxn id="59" idx="0"/>
            </p:cNvCxnSpPr>
            <p:nvPr/>
          </p:nvCxnSpPr>
          <p:spPr>
            <a:xfrm rot="5400000">
              <a:off x="5739687" y="-125752"/>
              <a:ext cx="428849" cy="4708634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カギ線コネクタ 75">
              <a:extLst>
                <a:ext uri="{FF2B5EF4-FFF2-40B4-BE49-F238E27FC236}">
                  <a16:creationId xmlns:a16="http://schemas.microsoft.com/office/drawing/2014/main" id="{BC647C8A-0E04-854A-B1C4-775EB6847F2C}"/>
                </a:ext>
              </a:extLst>
            </p:cNvPr>
            <p:cNvCxnSpPr>
              <a:cxnSpLocks/>
              <a:stCxn id="60" idx="2"/>
              <a:endCxn id="62" idx="0"/>
            </p:cNvCxnSpPr>
            <p:nvPr/>
          </p:nvCxnSpPr>
          <p:spPr>
            <a:xfrm rot="5400000">
              <a:off x="3740468" y="1563413"/>
              <a:ext cx="696114" cy="3731172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カギ線コネクタ 78">
              <a:extLst>
                <a:ext uri="{FF2B5EF4-FFF2-40B4-BE49-F238E27FC236}">
                  <a16:creationId xmlns:a16="http://schemas.microsoft.com/office/drawing/2014/main" id="{87A1C217-B4B7-9432-351E-E4D55CDDFE3E}"/>
                </a:ext>
              </a:extLst>
            </p:cNvPr>
            <p:cNvCxnSpPr>
              <a:cxnSpLocks/>
              <a:stCxn id="69" idx="3"/>
              <a:endCxn id="65" idx="1"/>
            </p:cNvCxnSpPr>
            <p:nvPr/>
          </p:nvCxnSpPr>
          <p:spPr>
            <a:xfrm flipV="1">
              <a:off x="5592664" y="4096034"/>
              <a:ext cx="1006673" cy="1066800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C038A6B0-2818-C862-CDDC-BDB25269EE5D}"/>
                </a:ext>
              </a:extLst>
            </p:cNvPr>
            <p:cNvCxnSpPr>
              <a:cxnSpLocks/>
              <a:stCxn id="67" idx="2"/>
              <a:endCxn id="68" idx="0"/>
            </p:cNvCxnSpPr>
            <p:nvPr/>
          </p:nvCxnSpPr>
          <p:spPr>
            <a:xfrm rot="5400000">
              <a:off x="7672553" y="3742348"/>
              <a:ext cx="557049" cy="403597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矢印コネクタ 84">
              <a:extLst>
                <a:ext uri="{FF2B5EF4-FFF2-40B4-BE49-F238E27FC236}">
                  <a16:creationId xmlns:a16="http://schemas.microsoft.com/office/drawing/2014/main" id="{2CA282A9-74B4-0216-C2CF-5D8BD57C7518}"/>
                </a:ext>
              </a:extLst>
            </p:cNvPr>
            <p:cNvCxnSpPr>
              <a:cxnSpLocks/>
              <a:stCxn id="57" idx="3"/>
              <a:endCxn id="56" idx="1"/>
            </p:cNvCxnSpPr>
            <p:nvPr/>
          </p:nvCxnSpPr>
          <p:spPr>
            <a:xfrm>
              <a:off x="4615203" y="1695165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D2973CCF-D503-FB34-2C8C-97E3024F960C}"/>
                </a:ext>
              </a:extLst>
            </p:cNvPr>
            <p:cNvCxnSpPr>
              <a:cxnSpLocks/>
              <a:stCxn id="56" idx="3"/>
              <a:endCxn id="58" idx="1"/>
            </p:cNvCxnSpPr>
            <p:nvPr/>
          </p:nvCxnSpPr>
          <p:spPr>
            <a:xfrm>
              <a:off x="6969520" y="1695165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線矢印コネクタ 93">
              <a:extLst>
                <a:ext uri="{FF2B5EF4-FFF2-40B4-BE49-F238E27FC236}">
                  <a16:creationId xmlns:a16="http://schemas.microsoft.com/office/drawing/2014/main" id="{E48A6C14-49B7-2173-A303-43A5DB33A5C7}"/>
                </a:ext>
              </a:extLst>
            </p:cNvPr>
            <p:cNvCxnSpPr>
              <a:cxnSpLocks/>
              <a:stCxn id="59" idx="3"/>
              <a:endCxn id="60" idx="1"/>
            </p:cNvCxnSpPr>
            <p:nvPr/>
          </p:nvCxnSpPr>
          <p:spPr>
            <a:xfrm flipV="1">
              <a:off x="4615203" y="2761966"/>
              <a:ext cx="32349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340803AE-3685-AE66-FA40-A459AA6F97D4}"/>
                </a:ext>
              </a:extLst>
            </p:cNvPr>
            <p:cNvCxnSpPr>
              <a:cxnSpLocks/>
              <a:stCxn id="62" idx="2"/>
              <a:endCxn id="63" idx="0"/>
            </p:cNvCxnSpPr>
            <p:nvPr/>
          </p:nvCxnSpPr>
          <p:spPr>
            <a:xfrm>
              <a:off x="2222939" y="4415009"/>
              <a:ext cx="0" cy="4288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74A49A41-4ADF-3E1A-EFCB-0941D7444713}"/>
                </a:ext>
              </a:extLst>
            </p:cNvPr>
            <p:cNvCxnSpPr>
              <a:cxnSpLocks/>
              <a:stCxn id="63" idx="3"/>
              <a:endCxn id="69" idx="1"/>
            </p:cNvCxnSpPr>
            <p:nvPr/>
          </p:nvCxnSpPr>
          <p:spPr>
            <a:xfrm flipV="1">
              <a:off x="3238348" y="5162834"/>
              <a:ext cx="323497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直線矢印コネクタ 102">
              <a:extLst>
                <a:ext uri="{FF2B5EF4-FFF2-40B4-BE49-F238E27FC236}">
                  <a16:creationId xmlns:a16="http://schemas.microsoft.com/office/drawing/2014/main" id="{DB12AD77-AB2A-00FC-86F9-DE7ACF2D834F}"/>
                </a:ext>
              </a:extLst>
            </p:cNvPr>
            <p:cNvCxnSpPr>
              <a:cxnSpLocks/>
              <a:stCxn id="65" idx="3"/>
              <a:endCxn id="64" idx="1"/>
            </p:cNvCxnSpPr>
            <p:nvPr/>
          </p:nvCxnSpPr>
          <p:spPr>
            <a:xfrm>
              <a:off x="8630156" y="4096034"/>
              <a:ext cx="323498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直線矢印コネクタ 106">
              <a:extLst>
                <a:ext uri="{FF2B5EF4-FFF2-40B4-BE49-F238E27FC236}">
                  <a16:creationId xmlns:a16="http://schemas.microsoft.com/office/drawing/2014/main" id="{9B83CC27-26B7-95AF-149A-B90337F59588}"/>
                </a:ext>
              </a:extLst>
            </p:cNvPr>
            <p:cNvCxnSpPr>
              <a:cxnSpLocks/>
              <a:stCxn id="66" idx="3"/>
              <a:endCxn id="67" idx="1"/>
            </p:cNvCxnSpPr>
            <p:nvPr/>
          </p:nvCxnSpPr>
          <p:spPr>
            <a:xfrm flipV="1">
              <a:off x="8630156" y="5162835"/>
              <a:ext cx="323498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カギ線コネクタ 109">
              <a:extLst>
                <a:ext uri="{FF2B5EF4-FFF2-40B4-BE49-F238E27FC236}">
                  <a16:creationId xmlns:a16="http://schemas.microsoft.com/office/drawing/2014/main" id="{F931E205-97B8-1B01-499C-B0B9C9D69174}"/>
                </a:ext>
              </a:extLst>
            </p:cNvPr>
            <p:cNvCxnSpPr>
              <a:cxnSpLocks/>
              <a:stCxn id="64" idx="2"/>
              <a:endCxn id="66" idx="0"/>
            </p:cNvCxnSpPr>
            <p:nvPr/>
          </p:nvCxnSpPr>
          <p:spPr>
            <a:xfrm rot="5400000">
              <a:off x="8577482" y="3452276"/>
              <a:ext cx="428849" cy="2354317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4" name="正方形/長方形 113">
              <a:extLst>
                <a:ext uri="{FF2B5EF4-FFF2-40B4-BE49-F238E27FC236}">
                  <a16:creationId xmlns:a16="http://schemas.microsoft.com/office/drawing/2014/main" id="{51B2ECA2-1FBC-A936-A339-C679A93CA3F6}"/>
                </a:ext>
              </a:extLst>
            </p:cNvPr>
            <p:cNvSpPr/>
            <p:nvPr/>
          </p:nvSpPr>
          <p:spPr>
            <a:xfrm>
              <a:off x="1033907" y="3637992"/>
              <a:ext cx="4705711" cy="205002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5" name="テキスト ボックス 114">
              <a:extLst>
                <a:ext uri="{FF2B5EF4-FFF2-40B4-BE49-F238E27FC236}">
                  <a16:creationId xmlns:a16="http://schemas.microsoft.com/office/drawing/2014/main" id="{5AC5690A-D83F-2339-70D1-2F83385016A6}"/>
                </a:ext>
              </a:extLst>
            </p:cNvPr>
            <p:cNvSpPr txBox="1"/>
            <p:nvPr/>
          </p:nvSpPr>
          <p:spPr>
            <a:xfrm>
              <a:off x="1000703" y="3381167"/>
              <a:ext cx="178470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経済と安全保障</a:t>
              </a:r>
            </a:p>
          </p:txBody>
        </p:sp>
        <p:sp>
          <p:nvSpPr>
            <p:cNvPr id="117" name="テキスト ボックス 116">
              <a:extLst>
                <a:ext uri="{FF2B5EF4-FFF2-40B4-BE49-F238E27FC236}">
                  <a16:creationId xmlns:a16="http://schemas.microsoft.com/office/drawing/2014/main" id="{2BB7CDBC-96CC-8A83-318B-B928DD5CDA75}"/>
                </a:ext>
              </a:extLst>
            </p:cNvPr>
            <p:cNvSpPr txBox="1"/>
            <p:nvPr/>
          </p:nvSpPr>
          <p:spPr>
            <a:xfrm>
              <a:off x="2584384" y="1000702"/>
              <a:ext cx="147400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グローバル化</a:t>
              </a:r>
            </a:p>
          </p:txBody>
        </p:sp>
        <p:sp>
          <p:nvSpPr>
            <p:cNvPr id="118" name="正方形/長方形 117">
              <a:extLst>
                <a:ext uri="{FF2B5EF4-FFF2-40B4-BE49-F238E27FC236}">
                  <a16:creationId xmlns:a16="http://schemas.microsoft.com/office/drawing/2014/main" id="{D09C8EBF-4208-D95B-099A-6F00A886B8C7}"/>
                </a:ext>
              </a:extLst>
            </p:cNvPr>
            <p:cNvSpPr/>
            <p:nvPr/>
          </p:nvSpPr>
          <p:spPr>
            <a:xfrm>
              <a:off x="6452382" y="3637134"/>
              <a:ext cx="4705711" cy="2050027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9" name="テキスト ボックス 118">
              <a:extLst>
                <a:ext uri="{FF2B5EF4-FFF2-40B4-BE49-F238E27FC236}">
                  <a16:creationId xmlns:a16="http://schemas.microsoft.com/office/drawing/2014/main" id="{FC179075-D55F-3921-59F7-EE7D2333A7B8}"/>
                </a:ext>
              </a:extLst>
            </p:cNvPr>
            <p:cNvSpPr txBox="1"/>
            <p:nvPr/>
          </p:nvSpPr>
          <p:spPr>
            <a:xfrm>
              <a:off x="6473403" y="3380208"/>
              <a:ext cx="848750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 b="1">
                  <a:latin typeface="Hiragino Sans W8" panose="020B0400000000000000" pitchFamily="34" charset="-128"/>
                  <a:ea typeface="Hiragino Sans W8" panose="020B0400000000000000" pitchFamily="34" charset="-128"/>
                </a:rPr>
                <a:t>開発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02703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947</TotalTime>
  <Words>112</Words>
  <Application>Microsoft Macintosh PowerPoint</Application>
  <PresentationFormat>ワイド画面</PresentationFormat>
  <Paragraphs>38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HGPSoeiKakugothicUB</vt:lpstr>
      <vt:lpstr>Hiragino Sans W8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SUZUKI JUNPEI</cp:lastModifiedBy>
  <cp:revision>15</cp:revision>
  <dcterms:created xsi:type="dcterms:W3CDTF">2026-01-08T05:16:33Z</dcterms:created>
  <dcterms:modified xsi:type="dcterms:W3CDTF">2026-08-12T05:02:00Z</dcterms:modified>
</cp:coreProperties>
</file>